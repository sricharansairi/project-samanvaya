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52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7AB6D3-7429-4197-AA8D-F29F8F5D8E68}" v="43" dt="2026-09-07T17:29:43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Charan" userId="7353ad3dc1898db9" providerId="LiveId" clId="{5A4CD40C-8285-4B7C-9C47-BC997EF465A2}"/>
    <pc:docChg chg="undo custSel addSld delSld modSld sldOrd">
      <pc:chgData name="Sai Charan" userId="7353ad3dc1898db9" providerId="LiveId" clId="{5A4CD40C-8285-4B7C-9C47-BC997EF465A2}" dt="2026-09-07T17:42:09.842" v="1436" actId="1076"/>
      <pc:docMkLst>
        <pc:docMk/>
      </pc:docMkLst>
      <pc:sldChg chg="delSp del mod">
        <pc:chgData name="Sai Charan" userId="7353ad3dc1898db9" providerId="LiveId" clId="{5A4CD40C-8285-4B7C-9C47-BC997EF465A2}" dt="2026-09-07T09:01:39.762" v="897" actId="2696"/>
        <pc:sldMkLst>
          <pc:docMk/>
          <pc:sldMk cId="0" sldId="256"/>
        </pc:sldMkLst>
        <pc:picChg chg="del">
          <ac:chgData name="Sai Charan" userId="7353ad3dc1898db9" providerId="LiveId" clId="{5A4CD40C-8285-4B7C-9C47-BC997EF465A2}" dt="2026-09-07T07:52:25.093" v="135" actId="478"/>
          <ac:picMkLst>
            <pc:docMk/>
            <pc:sldMk cId="0" sldId="256"/>
            <ac:picMk id="2" creationId="{00000000-0000-0000-0000-000000000000}"/>
          </ac:picMkLst>
        </pc:picChg>
      </pc:sldChg>
      <pc:sldChg chg="addSp delSp modSp add mod ord setBg">
        <pc:chgData name="Sai Charan" userId="7353ad3dc1898db9" providerId="LiveId" clId="{5A4CD40C-8285-4B7C-9C47-BC997EF465A2}" dt="2026-09-07T11:44:22.738" v="1205" actId="478"/>
        <pc:sldMkLst>
          <pc:docMk/>
          <pc:sldMk cId="1472454240" sldId="256"/>
        </pc:sldMkLst>
        <pc:spChg chg="add del">
          <ac:chgData name="Sai Charan" userId="7353ad3dc1898db9" providerId="LiveId" clId="{5A4CD40C-8285-4B7C-9C47-BC997EF465A2}" dt="2026-09-07T11:44:22.738" v="1205" actId="478"/>
          <ac:spMkLst>
            <pc:docMk/>
            <pc:sldMk cId="1472454240" sldId="256"/>
            <ac:spMk id="2" creationId="{8D4FB84A-C59F-4A97-B6E9-CAA3672EC210}"/>
          </ac:spMkLst>
        </pc:spChg>
        <pc:spChg chg="mod">
          <ac:chgData name="Sai Charan" userId="7353ad3dc1898db9" providerId="LiveId" clId="{5A4CD40C-8285-4B7C-9C47-BC997EF465A2}" dt="2026-09-07T11:44:13.789" v="1203" actId="2711"/>
          <ac:spMkLst>
            <pc:docMk/>
            <pc:sldMk cId="1472454240" sldId="256"/>
            <ac:spMk id="3" creationId="{284AF7F0-23F7-494C-9A32-15A0586E0302}"/>
          </ac:spMkLst>
        </pc:spChg>
        <pc:spChg chg="mod">
          <ac:chgData name="Sai Charan" userId="7353ad3dc1898db9" providerId="LiveId" clId="{5A4CD40C-8285-4B7C-9C47-BC997EF465A2}" dt="2026-09-07T11:44:04.578" v="1202" actId="1076"/>
          <ac:spMkLst>
            <pc:docMk/>
            <pc:sldMk cId="1472454240" sldId="256"/>
            <ac:spMk id="4" creationId="{C9A46FE8-92AF-4DF0-AE70-7D179E597F2A}"/>
          </ac:spMkLst>
        </pc:spChg>
        <pc:spChg chg="mod">
          <ac:chgData name="Sai Charan" userId="7353ad3dc1898db9" providerId="LiveId" clId="{5A4CD40C-8285-4B7C-9C47-BC997EF465A2}" dt="2026-09-07T11:11:50.465" v="1030" actId="2711"/>
          <ac:spMkLst>
            <pc:docMk/>
            <pc:sldMk cId="1472454240" sldId="256"/>
            <ac:spMk id="5" creationId="{FBCEA764-A53D-40E2-B4BF-9062A66CFD05}"/>
          </ac:spMkLst>
        </pc:spChg>
        <pc:spChg chg="mod">
          <ac:chgData name="Sai Charan" userId="7353ad3dc1898db9" providerId="LiveId" clId="{5A4CD40C-8285-4B7C-9C47-BC997EF465A2}" dt="2026-09-07T11:12:08.655" v="1032" actId="2711"/>
          <ac:spMkLst>
            <pc:docMk/>
            <pc:sldMk cId="1472454240" sldId="256"/>
            <ac:spMk id="6" creationId="{78DCBA81-3310-46A7-BD9A-C2925054FB2E}"/>
          </ac:spMkLst>
        </pc:spChg>
        <pc:spChg chg="mod">
          <ac:chgData name="Sai Charan" userId="7353ad3dc1898db9" providerId="LiveId" clId="{5A4CD40C-8285-4B7C-9C47-BC997EF465A2}" dt="2026-09-07T11:11:50.465" v="1030" actId="2711"/>
          <ac:spMkLst>
            <pc:docMk/>
            <pc:sldMk cId="1472454240" sldId="256"/>
            <ac:spMk id="7" creationId="{C1B225B3-8DED-41F4-9596-FE758F46D874}"/>
          </ac:spMkLst>
        </pc:spChg>
        <pc:spChg chg="mod">
          <ac:chgData name="Sai Charan" userId="7353ad3dc1898db9" providerId="LiveId" clId="{5A4CD40C-8285-4B7C-9C47-BC997EF465A2}" dt="2026-09-07T11:12:14.659" v="1033" actId="2711"/>
          <ac:spMkLst>
            <pc:docMk/>
            <pc:sldMk cId="1472454240" sldId="256"/>
            <ac:spMk id="8" creationId="{91325504-E654-42DA-BE13-809D068EDAE0}"/>
          </ac:spMkLst>
        </pc:spChg>
        <pc:spChg chg="mod">
          <ac:chgData name="Sai Charan" userId="7353ad3dc1898db9" providerId="LiveId" clId="{5A4CD40C-8285-4B7C-9C47-BC997EF465A2}" dt="2026-09-07T11:11:50.465" v="1030" actId="2711"/>
          <ac:spMkLst>
            <pc:docMk/>
            <pc:sldMk cId="1472454240" sldId="256"/>
            <ac:spMk id="9" creationId="{E75D85BA-5EFD-473A-9E01-5986C8F95C80}"/>
          </ac:spMkLst>
        </pc:spChg>
        <pc:spChg chg="mod">
          <ac:chgData name="Sai Charan" userId="7353ad3dc1898db9" providerId="LiveId" clId="{5A4CD40C-8285-4B7C-9C47-BC997EF465A2}" dt="2026-09-07T11:12:19.324" v="1034" actId="2711"/>
          <ac:spMkLst>
            <pc:docMk/>
            <pc:sldMk cId="1472454240" sldId="256"/>
            <ac:spMk id="10" creationId="{5817A62C-4EA5-4AC5-801C-18A9E143924C}"/>
          </ac:spMkLst>
        </pc:spChg>
        <pc:spChg chg="mod">
          <ac:chgData name="Sai Charan" userId="7353ad3dc1898db9" providerId="LiveId" clId="{5A4CD40C-8285-4B7C-9C47-BC997EF465A2}" dt="2026-09-07T11:11:50.465" v="1030" actId="2711"/>
          <ac:spMkLst>
            <pc:docMk/>
            <pc:sldMk cId="1472454240" sldId="256"/>
            <ac:spMk id="11" creationId="{91EBFD18-2F25-479A-B9F1-CF08D6415C14}"/>
          </ac:spMkLst>
        </pc:spChg>
        <pc:spChg chg="mod">
          <ac:chgData name="Sai Charan" userId="7353ad3dc1898db9" providerId="LiveId" clId="{5A4CD40C-8285-4B7C-9C47-BC997EF465A2}" dt="2026-09-07T11:12:25.856" v="1035" actId="2711"/>
          <ac:spMkLst>
            <pc:docMk/>
            <pc:sldMk cId="1472454240" sldId="256"/>
            <ac:spMk id="12" creationId="{DFFA4E9F-AF63-47D4-ABD9-1C852995D9A7}"/>
          </ac:spMkLst>
        </pc:spChg>
        <pc:spChg chg="mod">
          <ac:chgData name="Sai Charan" userId="7353ad3dc1898db9" providerId="LiveId" clId="{5A4CD40C-8285-4B7C-9C47-BC997EF465A2}" dt="2026-09-07T11:11:50.465" v="1030" actId="2711"/>
          <ac:spMkLst>
            <pc:docMk/>
            <pc:sldMk cId="1472454240" sldId="256"/>
            <ac:spMk id="13" creationId="{B1128A33-406D-4E8C-B061-77C8A9B94ABE}"/>
          </ac:spMkLst>
        </pc:spChg>
        <pc:spChg chg="mod">
          <ac:chgData name="Sai Charan" userId="7353ad3dc1898db9" providerId="LiveId" clId="{5A4CD40C-8285-4B7C-9C47-BC997EF465A2}" dt="2026-09-07T11:12:30.650" v="1036" actId="2711"/>
          <ac:spMkLst>
            <pc:docMk/>
            <pc:sldMk cId="1472454240" sldId="256"/>
            <ac:spMk id="14" creationId="{5FB61BBF-0932-477C-A719-9BAA8A7496AA}"/>
          </ac:spMkLst>
        </pc:spChg>
        <pc:spChg chg="mod">
          <ac:chgData name="Sai Charan" userId="7353ad3dc1898db9" providerId="LiveId" clId="{5A4CD40C-8285-4B7C-9C47-BC997EF465A2}" dt="2026-09-07T11:11:50.465" v="1030" actId="2711"/>
          <ac:spMkLst>
            <pc:docMk/>
            <pc:sldMk cId="1472454240" sldId="256"/>
            <ac:spMk id="15" creationId="{190AC7B4-EC96-45E4-AC0F-525502FA7765}"/>
          </ac:spMkLst>
        </pc:spChg>
        <pc:spChg chg="mod">
          <ac:chgData name="Sai Charan" userId="7353ad3dc1898db9" providerId="LiveId" clId="{5A4CD40C-8285-4B7C-9C47-BC997EF465A2}" dt="2026-09-07T11:12:35.658" v="1037" actId="2711"/>
          <ac:spMkLst>
            <pc:docMk/>
            <pc:sldMk cId="1472454240" sldId="256"/>
            <ac:spMk id="16" creationId="{B3EC867A-10A3-47A6-942A-1F5A6D456D82}"/>
          </ac:spMkLst>
        </pc:spChg>
        <pc:spChg chg="mod">
          <ac:chgData name="Sai Charan" userId="7353ad3dc1898db9" providerId="LiveId" clId="{5A4CD40C-8285-4B7C-9C47-BC997EF465A2}" dt="2026-09-07T11:12:00.349" v="1031" actId="2711"/>
          <ac:spMkLst>
            <pc:docMk/>
            <pc:sldMk cId="1472454240" sldId="256"/>
            <ac:spMk id="17" creationId="{EAC70EF9-79DF-745C-3C61-DEB786756E7E}"/>
          </ac:spMkLst>
        </pc:spChg>
        <pc:spChg chg="del mod">
          <ac:chgData name="Sai Charan" userId="7353ad3dc1898db9" providerId="LiveId" clId="{5A4CD40C-8285-4B7C-9C47-BC997EF465A2}" dt="2026-09-07T11:06:29.758" v="1011" actId="478"/>
          <ac:spMkLst>
            <pc:docMk/>
            <pc:sldMk cId="1472454240" sldId="256"/>
            <ac:spMk id="18" creationId="{0376E25F-98B5-45FC-AFDB-F22C8B2FB69C}"/>
          </ac:spMkLst>
        </pc:spChg>
        <pc:spChg chg="add del mod">
          <ac:chgData name="Sai Charan" userId="7353ad3dc1898db9" providerId="LiveId" clId="{5A4CD40C-8285-4B7C-9C47-BC997EF465A2}" dt="2026-09-07T11:06:16.910" v="1007" actId="478"/>
          <ac:spMkLst>
            <pc:docMk/>
            <pc:sldMk cId="1472454240" sldId="256"/>
            <ac:spMk id="20" creationId="{2BCD74F4-4190-80EF-B207-67B67A021403}"/>
          </ac:spMkLst>
        </pc:spChg>
        <pc:spChg chg="add del mod">
          <ac:chgData name="Sai Charan" userId="7353ad3dc1898db9" providerId="LiveId" clId="{5A4CD40C-8285-4B7C-9C47-BC997EF465A2}" dt="2026-09-07T11:06:22.400" v="1010" actId="478"/>
          <ac:spMkLst>
            <pc:docMk/>
            <pc:sldMk cId="1472454240" sldId="256"/>
            <ac:spMk id="21" creationId="{89FDA5AE-20D3-BEF2-EA91-64C5F2F6E46C}"/>
          </ac:spMkLst>
        </pc:spChg>
        <pc:picChg chg="mod">
          <ac:chgData name="Sai Charan" userId="7353ad3dc1898db9" providerId="LiveId" clId="{5A4CD40C-8285-4B7C-9C47-BC997EF465A2}" dt="2026-09-07T11:12:54.029" v="1039" actId="1076"/>
          <ac:picMkLst>
            <pc:docMk/>
            <pc:sldMk cId="1472454240" sldId="256"/>
            <ac:picMk id="19" creationId="{00000000-0000-0000-0000-000000000000}"/>
          </ac:picMkLst>
        </pc:picChg>
        <pc:picChg chg="add mod">
          <ac:chgData name="Sai Charan" userId="7353ad3dc1898db9" providerId="LiveId" clId="{5A4CD40C-8285-4B7C-9C47-BC997EF465A2}" dt="2026-09-07T11:06:48.700" v="1013" actId="1076"/>
          <ac:picMkLst>
            <pc:docMk/>
            <pc:sldMk cId="1472454240" sldId="256"/>
            <ac:picMk id="23" creationId="{530ADED9-41CB-B1B4-263C-46EBCB944177}"/>
          </ac:picMkLst>
        </pc:picChg>
        <pc:picChg chg="del mod">
          <ac:chgData name="Sai Charan" userId="7353ad3dc1898db9" providerId="LiveId" clId="{5A4CD40C-8285-4B7C-9C47-BC997EF465A2}" dt="2026-09-07T11:06:01.522" v="982" actId="478"/>
          <ac:picMkLst>
            <pc:docMk/>
            <pc:sldMk cId="1472454240" sldId="256"/>
            <ac:picMk id="35" creationId="{00000000-0000-0000-0000-000000000000}"/>
          </ac:picMkLst>
        </pc:picChg>
      </pc:sldChg>
      <pc:sldChg chg="addSp delSp modSp mod">
        <pc:chgData name="Sai Charan" userId="7353ad3dc1898db9" providerId="LiveId" clId="{5A4CD40C-8285-4B7C-9C47-BC997EF465A2}" dt="2026-09-07T11:24:37.685" v="1101" actId="1076"/>
        <pc:sldMkLst>
          <pc:docMk/>
          <pc:sldMk cId="0" sldId="257"/>
        </pc:sldMkLst>
        <pc:spChg chg="mod">
          <ac:chgData name="Sai Charan" userId="7353ad3dc1898db9" providerId="LiveId" clId="{5A4CD40C-8285-4B7C-9C47-BC997EF465A2}" dt="2026-09-07T11:15:36.142" v="1059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Sai Charan" userId="7353ad3dc1898db9" providerId="LiveId" clId="{5A4CD40C-8285-4B7C-9C47-BC997EF465A2}" dt="2026-09-07T07:41:47.981" v="2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Sai Charan" userId="7353ad3dc1898db9" providerId="LiveId" clId="{5A4CD40C-8285-4B7C-9C47-BC997EF465A2}" dt="2026-09-07T11:23:20.466" v="1090" actId="12"/>
          <ac:spMkLst>
            <pc:docMk/>
            <pc:sldMk cId="0" sldId="257"/>
            <ac:spMk id="18" creationId="{00000000-0000-0000-0000-000000000000}"/>
          </ac:spMkLst>
        </pc:spChg>
        <pc:spChg chg="mod">
          <ac:chgData name="Sai Charan" userId="7353ad3dc1898db9" providerId="LiveId" clId="{5A4CD40C-8285-4B7C-9C47-BC997EF465A2}" dt="2026-09-07T11:23:46.340" v="1095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Sai Charan" userId="7353ad3dc1898db9" providerId="LiveId" clId="{5A4CD40C-8285-4B7C-9C47-BC997EF465A2}" dt="2026-09-07T11:23:28.176" v="1092" actId="12"/>
          <ac:spMkLst>
            <pc:docMk/>
            <pc:sldMk cId="0" sldId="257"/>
            <ac:spMk id="21" creationId="{00000000-0000-0000-0000-000000000000}"/>
          </ac:spMkLst>
        </pc:spChg>
        <pc:spChg chg="mod">
          <ac:chgData name="Sai Charan" userId="7353ad3dc1898db9" providerId="LiveId" clId="{5A4CD40C-8285-4B7C-9C47-BC997EF465A2}" dt="2026-09-07T11:23:35.402" v="1093" actId="12"/>
          <ac:spMkLst>
            <pc:docMk/>
            <pc:sldMk cId="0" sldId="257"/>
            <ac:spMk id="24" creationId="{00000000-0000-0000-0000-000000000000}"/>
          </ac:spMkLst>
        </pc:spChg>
        <pc:spChg chg="mod">
          <ac:chgData name="Sai Charan" userId="7353ad3dc1898db9" providerId="LiveId" clId="{5A4CD40C-8285-4B7C-9C47-BC997EF465A2}" dt="2026-09-07T11:23:55.633" v="1097" actId="12"/>
          <ac:spMkLst>
            <pc:docMk/>
            <pc:sldMk cId="0" sldId="257"/>
            <ac:spMk id="27" creationId="{00000000-0000-0000-0000-000000000000}"/>
          </ac:spMkLst>
        </pc:spChg>
        <pc:spChg chg="mod">
          <ac:chgData name="Sai Charan" userId="7353ad3dc1898db9" providerId="LiveId" clId="{5A4CD40C-8285-4B7C-9C47-BC997EF465A2}" dt="2026-09-07T11:24:02.899" v="1098" actId="12"/>
          <ac:spMkLst>
            <pc:docMk/>
            <pc:sldMk cId="0" sldId="257"/>
            <ac:spMk id="30" creationId="{00000000-0000-0000-0000-000000000000}"/>
          </ac:spMkLst>
        </pc:spChg>
        <pc:spChg chg="mod">
          <ac:chgData name="Sai Charan" userId="7353ad3dc1898db9" providerId="LiveId" clId="{5A4CD40C-8285-4B7C-9C47-BC997EF465A2}" dt="2026-09-07T11:24:33.082" v="1100" actId="1076"/>
          <ac:spMkLst>
            <pc:docMk/>
            <pc:sldMk cId="0" sldId="257"/>
            <ac:spMk id="33" creationId="{00000000-0000-0000-0000-000000000000}"/>
          </ac:spMkLst>
        </pc:spChg>
        <pc:spChg chg="mod">
          <ac:chgData name="Sai Charan" userId="7353ad3dc1898db9" providerId="LiveId" clId="{5A4CD40C-8285-4B7C-9C47-BC997EF465A2}" dt="2026-09-07T11:24:37.685" v="1101" actId="1076"/>
          <ac:spMkLst>
            <pc:docMk/>
            <pc:sldMk cId="0" sldId="257"/>
            <ac:spMk id="34" creationId="{00000000-0000-0000-0000-000000000000}"/>
          </ac:spMkLst>
        </pc:spChg>
        <pc:spChg chg="mod">
          <ac:chgData name="Sai Charan" userId="7353ad3dc1898db9" providerId="LiveId" clId="{5A4CD40C-8285-4B7C-9C47-BC997EF465A2}" dt="2026-09-07T11:11:34.664" v="1029" actId="20577"/>
          <ac:spMkLst>
            <pc:docMk/>
            <pc:sldMk cId="0" sldId="257"/>
            <ac:spMk id="36" creationId="{00000000-0000-0000-0000-000000000000}"/>
          </ac:spMkLst>
        </pc:spChg>
        <pc:picChg chg="del">
          <ac:chgData name="Sai Charan" userId="7353ad3dc1898db9" providerId="LiveId" clId="{5A4CD40C-8285-4B7C-9C47-BC997EF465A2}" dt="2026-09-07T07:52:20.290" v="134" actId="478"/>
          <ac:picMkLst>
            <pc:docMk/>
            <pc:sldMk cId="0" sldId="257"/>
            <ac:picMk id="2" creationId="{00000000-0000-0000-0000-000000000000}"/>
          </ac:picMkLst>
        </pc:picChg>
        <pc:picChg chg="mod">
          <ac:chgData name="Sai Charan" userId="7353ad3dc1898db9" providerId="LiveId" clId="{5A4CD40C-8285-4B7C-9C47-BC997EF465A2}" dt="2026-09-07T11:13:23.627" v="1041" actId="1440"/>
          <ac:picMkLst>
            <pc:docMk/>
            <pc:sldMk cId="0" sldId="257"/>
            <ac:picMk id="3" creationId="{00000000-0000-0000-0000-000000000000}"/>
          </ac:picMkLst>
        </pc:picChg>
        <pc:picChg chg="mod">
          <ac:chgData name="Sai Charan" userId="7353ad3dc1898db9" providerId="LiveId" clId="{5A4CD40C-8285-4B7C-9C47-BC997EF465A2}" dt="2026-09-07T11:13:27.247" v="1042" actId="1440"/>
          <ac:picMkLst>
            <pc:docMk/>
            <pc:sldMk cId="0" sldId="257"/>
            <ac:picMk id="4" creationId="{00000000-0000-0000-0000-000000000000}"/>
          </ac:picMkLst>
        </pc:picChg>
        <pc:picChg chg="mod">
          <ac:chgData name="Sai Charan" userId="7353ad3dc1898db9" providerId="LiveId" clId="{5A4CD40C-8285-4B7C-9C47-BC997EF465A2}" dt="2026-09-07T11:13:30.003" v="1043" actId="1440"/>
          <ac:picMkLst>
            <pc:docMk/>
            <pc:sldMk cId="0" sldId="257"/>
            <ac:picMk id="5" creationId="{00000000-0000-0000-0000-000000000000}"/>
          </ac:picMkLst>
        </pc:picChg>
        <pc:picChg chg="mod">
          <ac:chgData name="Sai Charan" userId="7353ad3dc1898db9" providerId="LiveId" clId="{5A4CD40C-8285-4B7C-9C47-BC997EF465A2}" dt="2026-09-07T11:13:33.350" v="1044" actId="1440"/>
          <ac:picMkLst>
            <pc:docMk/>
            <pc:sldMk cId="0" sldId="257"/>
            <ac:picMk id="6" creationId="{00000000-0000-0000-0000-000000000000}"/>
          </ac:picMkLst>
        </pc:picChg>
        <pc:picChg chg="mod">
          <ac:chgData name="Sai Charan" userId="7353ad3dc1898db9" providerId="LiveId" clId="{5A4CD40C-8285-4B7C-9C47-BC997EF465A2}" dt="2026-09-07T11:13:37.660" v="1045" actId="1440"/>
          <ac:picMkLst>
            <pc:docMk/>
            <pc:sldMk cId="0" sldId="257"/>
            <ac:picMk id="7" creationId="{00000000-0000-0000-0000-000000000000}"/>
          </ac:picMkLst>
        </pc:picChg>
        <pc:picChg chg="mod">
          <ac:chgData name="Sai Charan" userId="7353ad3dc1898db9" providerId="LiveId" clId="{5A4CD40C-8285-4B7C-9C47-BC997EF465A2}" dt="2026-09-07T11:13:42.120" v="1046" actId="1440"/>
          <ac:picMkLst>
            <pc:docMk/>
            <pc:sldMk cId="0" sldId="257"/>
            <ac:picMk id="8" creationId="{00000000-0000-0000-0000-000000000000}"/>
          </ac:picMkLst>
        </pc:picChg>
        <pc:picChg chg="add mod">
          <ac:chgData name="Sai Charan" userId="7353ad3dc1898db9" providerId="LiveId" clId="{5A4CD40C-8285-4B7C-9C47-BC997EF465A2}" dt="2026-09-07T07:41:53.317" v="3" actId="1076"/>
          <ac:picMkLst>
            <pc:docMk/>
            <pc:sldMk cId="0" sldId="257"/>
            <ac:picMk id="37" creationId="{D8A87551-4F14-7605-F7A8-392A12F3C8F4}"/>
          </ac:picMkLst>
        </pc:picChg>
        <pc:picChg chg="add mod">
          <ac:chgData name="Sai Charan" userId="7353ad3dc1898db9" providerId="LiveId" clId="{5A4CD40C-8285-4B7C-9C47-BC997EF465A2}" dt="2026-09-07T11:18:50.726" v="1069" actId="1076"/>
          <ac:picMkLst>
            <pc:docMk/>
            <pc:sldMk cId="0" sldId="257"/>
            <ac:picMk id="39" creationId="{F0C332B6-0169-9A38-0817-683118327D80}"/>
          </ac:picMkLst>
        </pc:picChg>
        <pc:picChg chg="add del">
          <ac:chgData name="Sai Charan" userId="7353ad3dc1898db9" providerId="LiveId" clId="{5A4CD40C-8285-4B7C-9C47-BC997EF465A2}" dt="2026-09-07T11:20:22.993" v="1071" actId="478"/>
          <ac:picMkLst>
            <pc:docMk/>
            <pc:sldMk cId="0" sldId="257"/>
            <ac:picMk id="41" creationId="{DF692235-3A69-38BE-429B-B482D3C2B8C7}"/>
          </ac:picMkLst>
        </pc:picChg>
        <pc:picChg chg="add del mod">
          <ac:chgData name="Sai Charan" userId="7353ad3dc1898db9" providerId="LiveId" clId="{5A4CD40C-8285-4B7C-9C47-BC997EF465A2}" dt="2026-09-07T11:20:45.742" v="1074" actId="478"/>
          <ac:picMkLst>
            <pc:docMk/>
            <pc:sldMk cId="0" sldId="257"/>
            <ac:picMk id="43" creationId="{D8CBE9FA-2983-7529-ED34-972A4A200C94}"/>
          </ac:picMkLst>
        </pc:picChg>
        <pc:picChg chg="add del mod">
          <ac:chgData name="Sai Charan" userId="7353ad3dc1898db9" providerId="LiveId" clId="{5A4CD40C-8285-4B7C-9C47-BC997EF465A2}" dt="2026-09-07T11:21:08.233" v="1079" actId="478"/>
          <ac:picMkLst>
            <pc:docMk/>
            <pc:sldMk cId="0" sldId="257"/>
            <ac:picMk id="45" creationId="{A603F6C3-CF5D-CB8C-EA11-794A54AB3FBB}"/>
          </ac:picMkLst>
        </pc:picChg>
        <pc:picChg chg="add del">
          <ac:chgData name="Sai Charan" userId="7353ad3dc1898db9" providerId="LiveId" clId="{5A4CD40C-8285-4B7C-9C47-BC997EF465A2}" dt="2026-09-07T11:22:05.529" v="1081" actId="478"/>
          <ac:picMkLst>
            <pc:docMk/>
            <pc:sldMk cId="0" sldId="257"/>
            <ac:picMk id="47" creationId="{6895F1A0-A8AF-E335-4420-973C847CBF05}"/>
          </ac:picMkLst>
        </pc:picChg>
        <pc:picChg chg="add mod">
          <ac:chgData name="Sai Charan" userId="7353ad3dc1898db9" providerId="LiveId" clId="{5A4CD40C-8285-4B7C-9C47-BC997EF465A2}" dt="2026-09-07T11:22:42.214" v="1087" actId="1076"/>
          <ac:picMkLst>
            <pc:docMk/>
            <pc:sldMk cId="0" sldId="257"/>
            <ac:picMk id="49" creationId="{95CB2028-55C7-067C-2640-001B40597784}"/>
          </ac:picMkLst>
        </pc:picChg>
      </pc:sldChg>
      <pc:sldChg chg="addSp delSp modSp mod">
        <pc:chgData name="Sai Charan" userId="7353ad3dc1898db9" providerId="LiveId" clId="{5A4CD40C-8285-4B7C-9C47-BC997EF465A2}" dt="2026-09-07T17:42:09.842" v="1436" actId="1076"/>
        <pc:sldMkLst>
          <pc:docMk/>
          <pc:sldMk cId="0" sldId="258"/>
        </pc:sldMkLst>
        <pc:spChg chg="mod">
          <ac:chgData name="Sai Charan" userId="7353ad3dc1898db9" providerId="LiveId" clId="{5A4CD40C-8285-4B7C-9C47-BC997EF465A2}" dt="2026-09-07T07:42:40.846" v="72" actId="1076"/>
          <ac:spMkLst>
            <pc:docMk/>
            <pc:sldMk cId="0" sldId="258"/>
            <ac:spMk id="15" creationId="{00000000-0000-0000-0000-000000000000}"/>
          </ac:spMkLst>
        </pc:spChg>
        <pc:spChg chg="del">
          <ac:chgData name="Sai Charan" userId="7353ad3dc1898db9" providerId="LiveId" clId="{5A4CD40C-8285-4B7C-9C47-BC997EF465A2}" dt="2026-09-07T07:42:43.744" v="73" actId="478"/>
          <ac:spMkLst>
            <pc:docMk/>
            <pc:sldMk cId="0" sldId="258"/>
            <ac:spMk id="16" creationId="{00000000-0000-0000-0000-000000000000}"/>
          </ac:spMkLst>
        </pc:spChg>
        <pc:spChg chg="del">
          <ac:chgData name="Sai Charan" userId="7353ad3dc1898db9" providerId="LiveId" clId="{5A4CD40C-8285-4B7C-9C47-BC997EF465A2}" dt="2026-09-07T07:43:56.655" v="87" actId="478"/>
          <ac:spMkLst>
            <pc:docMk/>
            <pc:sldMk cId="0" sldId="258"/>
            <ac:spMk id="17" creationId="{00000000-0000-0000-0000-000000000000}"/>
          </ac:spMkLst>
        </pc:spChg>
        <pc:spChg chg="del">
          <ac:chgData name="Sai Charan" userId="7353ad3dc1898db9" providerId="LiveId" clId="{5A4CD40C-8285-4B7C-9C47-BC997EF465A2}" dt="2026-09-07T07:43:36.726" v="80" actId="478"/>
          <ac:spMkLst>
            <pc:docMk/>
            <pc:sldMk cId="0" sldId="258"/>
            <ac:spMk id="18" creationId="{00000000-0000-0000-0000-000000000000}"/>
          </ac:spMkLst>
        </pc:spChg>
        <pc:spChg chg="del">
          <ac:chgData name="Sai Charan" userId="7353ad3dc1898db9" providerId="LiveId" clId="{5A4CD40C-8285-4B7C-9C47-BC997EF465A2}" dt="2026-09-07T07:43:56.655" v="87" actId="478"/>
          <ac:spMkLst>
            <pc:docMk/>
            <pc:sldMk cId="0" sldId="258"/>
            <ac:spMk id="19" creationId="{00000000-0000-0000-0000-000000000000}"/>
          </ac:spMkLst>
        </pc:spChg>
        <pc:spChg chg="del">
          <ac:chgData name="Sai Charan" userId="7353ad3dc1898db9" providerId="LiveId" clId="{5A4CD40C-8285-4B7C-9C47-BC997EF465A2}" dt="2026-09-07T07:43:36.726" v="80" actId="478"/>
          <ac:spMkLst>
            <pc:docMk/>
            <pc:sldMk cId="0" sldId="258"/>
            <ac:spMk id="20" creationId="{00000000-0000-0000-0000-000000000000}"/>
          </ac:spMkLst>
        </pc:spChg>
        <pc:spChg chg="del">
          <ac:chgData name="Sai Charan" userId="7353ad3dc1898db9" providerId="LiveId" clId="{5A4CD40C-8285-4B7C-9C47-BC997EF465A2}" dt="2026-09-07T07:43:36.726" v="80" actId="478"/>
          <ac:spMkLst>
            <pc:docMk/>
            <pc:sldMk cId="0" sldId="258"/>
            <ac:spMk id="28" creationId="{00000000-0000-0000-0000-000000000000}"/>
          </ac:spMkLst>
        </pc:spChg>
        <pc:spChg chg="del">
          <ac:chgData name="Sai Charan" userId="7353ad3dc1898db9" providerId="LiveId" clId="{5A4CD40C-8285-4B7C-9C47-BC997EF465A2}" dt="2026-09-07T07:43:36.726" v="80" actId="478"/>
          <ac:spMkLst>
            <pc:docMk/>
            <pc:sldMk cId="0" sldId="258"/>
            <ac:spMk id="30" creationId="{00000000-0000-0000-0000-000000000000}"/>
          </ac:spMkLst>
        </pc:spChg>
        <pc:spChg chg="del">
          <ac:chgData name="Sai Charan" userId="7353ad3dc1898db9" providerId="LiveId" clId="{5A4CD40C-8285-4B7C-9C47-BC997EF465A2}" dt="2026-09-07T07:43:36.726" v="80" actId="478"/>
          <ac:spMkLst>
            <pc:docMk/>
            <pc:sldMk cId="0" sldId="258"/>
            <ac:spMk id="33" creationId="{00000000-0000-0000-0000-000000000000}"/>
          </ac:spMkLst>
        </pc:spChg>
        <pc:spChg chg="del">
          <ac:chgData name="Sai Charan" userId="7353ad3dc1898db9" providerId="LiveId" clId="{5A4CD40C-8285-4B7C-9C47-BC997EF465A2}" dt="2026-09-07T07:43:36.726" v="80" actId="478"/>
          <ac:spMkLst>
            <pc:docMk/>
            <pc:sldMk cId="0" sldId="258"/>
            <ac:spMk id="35" creationId="{00000000-0000-0000-0000-000000000000}"/>
          </ac:spMkLst>
        </pc:spChg>
        <pc:spChg chg="del">
          <ac:chgData name="Sai Charan" userId="7353ad3dc1898db9" providerId="LiveId" clId="{5A4CD40C-8285-4B7C-9C47-BC997EF465A2}" dt="2026-09-07T07:43:36.726" v="80" actId="478"/>
          <ac:spMkLst>
            <pc:docMk/>
            <pc:sldMk cId="0" sldId="258"/>
            <ac:spMk id="37" creationId="{00000000-0000-0000-0000-000000000000}"/>
          </ac:spMkLst>
        </pc:spChg>
        <pc:spChg chg="del">
          <ac:chgData name="Sai Charan" userId="7353ad3dc1898db9" providerId="LiveId" clId="{5A4CD40C-8285-4B7C-9C47-BC997EF465A2}" dt="2026-09-07T07:43:36.726" v="80" actId="478"/>
          <ac:spMkLst>
            <pc:docMk/>
            <pc:sldMk cId="0" sldId="258"/>
            <ac:spMk id="38" creationId="{00000000-0000-0000-0000-000000000000}"/>
          </ac:spMkLst>
        </pc:spChg>
        <pc:spChg chg="del">
          <ac:chgData name="Sai Charan" userId="7353ad3dc1898db9" providerId="LiveId" clId="{5A4CD40C-8285-4B7C-9C47-BC997EF465A2}" dt="2026-09-07T07:43:36.726" v="80" actId="478"/>
          <ac:spMkLst>
            <pc:docMk/>
            <pc:sldMk cId="0" sldId="258"/>
            <ac:spMk id="40" creationId="{00000000-0000-0000-0000-000000000000}"/>
          </ac:spMkLst>
        </pc:spChg>
        <pc:spChg chg="del">
          <ac:chgData name="Sai Charan" userId="7353ad3dc1898db9" providerId="LiveId" clId="{5A4CD40C-8285-4B7C-9C47-BC997EF465A2}" dt="2026-09-07T07:43:36.726" v="80" actId="478"/>
          <ac:spMkLst>
            <pc:docMk/>
            <pc:sldMk cId="0" sldId="258"/>
            <ac:spMk id="41" creationId="{00000000-0000-0000-0000-000000000000}"/>
          </ac:spMkLst>
        </pc:spChg>
        <pc:spChg chg="del">
          <ac:chgData name="Sai Charan" userId="7353ad3dc1898db9" providerId="LiveId" clId="{5A4CD40C-8285-4B7C-9C47-BC997EF465A2}" dt="2026-09-07T07:42:10.413" v="4" actId="478"/>
          <ac:spMkLst>
            <pc:docMk/>
            <pc:sldMk cId="0" sldId="258"/>
            <ac:spMk id="43" creationId="{00000000-0000-0000-0000-000000000000}"/>
          </ac:spMkLst>
        </pc:spChg>
        <pc:spChg chg="mod">
          <ac:chgData name="Sai Charan" userId="7353ad3dc1898db9" providerId="LiveId" clId="{5A4CD40C-8285-4B7C-9C47-BC997EF465A2}" dt="2026-09-07T11:11:28.386" v="1027" actId="20577"/>
          <ac:spMkLst>
            <pc:docMk/>
            <pc:sldMk cId="0" sldId="258"/>
            <ac:spMk id="44" creationId="{00000000-0000-0000-0000-000000000000}"/>
          </ac:spMkLst>
        </pc:spChg>
        <pc:spChg chg="add mod">
          <ac:chgData name="Sai Charan" userId="7353ad3dc1898db9" providerId="LiveId" clId="{5A4CD40C-8285-4B7C-9C47-BC997EF465A2}" dt="2026-09-07T07:47:04.953" v="92" actId="1076"/>
          <ac:spMkLst>
            <pc:docMk/>
            <pc:sldMk cId="0" sldId="258"/>
            <ac:spMk id="46" creationId="{8D970E63-0DCB-289D-6D3D-D1E0DFD78450}"/>
          </ac:spMkLst>
        </pc:spChg>
        <pc:spChg chg="add del mod">
          <ac:chgData name="Sai Charan" userId="7353ad3dc1898db9" providerId="LiveId" clId="{5A4CD40C-8285-4B7C-9C47-BC997EF465A2}" dt="2026-09-07T07:43:42.904" v="83"/>
          <ac:spMkLst>
            <pc:docMk/>
            <pc:sldMk cId="0" sldId="258"/>
            <ac:spMk id="48" creationId="{00FBD43A-EAD4-5575-FE71-551D65EF51D5}"/>
          </ac:spMkLst>
        </pc:spChg>
        <pc:spChg chg="add del mod">
          <ac:chgData name="Sai Charan" userId="7353ad3dc1898db9" providerId="LiveId" clId="{5A4CD40C-8285-4B7C-9C47-BC997EF465A2}" dt="2026-09-07T07:43:49.822" v="86"/>
          <ac:spMkLst>
            <pc:docMk/>
            <pc:sldMk cId="0" sldId="258"/>
            <ac:spMk id="49" creationId="{BBB6B9E1-521D-F4B6-F384-0E7FD12F8C80}"/>
          </ac:spMkLst>
        </pc:spChg>
        <pc:spChg chg="add del">
          <ac:chgData name="Sai Charan" userId="7353ad3dc1898db9" providerId="LiveId" clId="{5A4CD40C-8285-4B7C-9C47-BC997EF465A2}" dt="2026-09-07T07:48:08.476" v="95" actId="478"/>
          <ac:spMkLst>
            <pc:docMk/>
            <pc:sldMk cId="0" sldId="258"/>
            <ac:spMk id="83" creationId="{24DE6749-7595-1F1F-1B3D-A31E3827587D}"/>
          </ac:spMkLst>
        </pc:spChg>
        <pc:spChg chg="add del">
          <ac:chgData name="Sai Charan" userId="7353ad3dc1898db9" providerId="LiveId" clId="{5A4CD40C-8285-4B7C-9C47-BC997EF465A2}" dt="2026-09-07T07:48:08.476" v="95" actId="478"/>
          <ac:spMkLst>
            <pc:docMk/>
            <pc:sldMk cId="0" sldId="258"/>
            <ac:spMk id="87" creationId="{80D4EE82-A7A6-68AA-4760-4B8B18B2B9AA}"/>
          </ac:spMkLst>
        </pc:spChg>
        <pc:spChg chg="add del">
          <ac:chgData name="Sai Charan" userId="7353ad3dc1898db9" providerId="LiveId" clId="{5A4CD40C-8285-4B7C-9C47-BC997EF465A2}" dt="2026-09-07T07:48:08.476" v="95" actId="478"/>
          <ac:spMkLst>
            <pc:docMk/>
            <pc:sldMk cId="0" sldId="258"/>
            <ac:spMk id="89" creationId="{630C5A87-DCCC-CA2D-0202-62B00C8FAE11}"/>
          </ac:spMkLst>
        </pc:spChg>
        <pc:spChg chg="add del">
          <ac:chgData name="Sai Charan" userId="7353ad3dc1898db9" providerId="LiveId" clId="{5A4CD40C-8285-4B7C-9C47-BC997EF465A2}" dt="2026-09-07T07:48:08.476" v="95" actId="478"/>
          <ac:spMkLst>
            <pc:docMk/>
            <pc:sldMk cId="0" sldId="258"/>
            <ac:spMk id="91" creationId="{487F3F9B-37C6-C659-A3DE-3979061A7F84}"/>
          </ac:spMkLst>
        </pc:spChg>
        <pc:spChg chg="add del">
          <ac:chgData name="Sai Charan" userId="7353ad3dc1898db9" providerId="LiveId" clId="{5A4CD40C-8285-4B7C-9C47-BC997EF465A2}" dt="2026-09-07T07:48:08.476" v="95" actId="478"/>
          <ac:spMkLst>
            <pc:docMk/>
            <pc:sldMk cId="0" sldId="258"/>
            <ac:spMk id="103" creationId="{3881CCFF-A94E-A948-D0FA-C05C29F47684}"/>
          </ac:spMkLst>
        </pc:spChg>
        <pc:spChg chg="add del">
          <ac:chgData name="Sai Charan" userId="7353ad3dc1898db9" providerId="LiveId" clId="{5A4CD40C-8285-4B7C-9C47-BC997EF465A2}" dt="2026-09-07T07:48:08.476" v="95" actId="478"/>
          <ac:spMkLst>
            <pc:docMk/>
            <pc:sldMk cId="0" sldId="258"/>
            <ac:spMk id="115" creationId="{1E07BDEA-8A53-4F9D-869B-4480B8664F10}"/>
          </ac:spMkLst>
        </pc:spChg>
        <pc:spChg chg="add del">
          <ac:chgData name="Sai Charan" userId="7353ad3dc1898db9" providerId="LiveId" clId="{5A4CD40C-8285-4B7C-9C47-BC997EF465A2}" dt="2026-09-07T07:48:08.476" v="95" actId="478"/>
          <ac:spMkLst>
            <pc:docMk/>
            <pc:sldMk cId="0" sldId="258"/>
            <ac:spMk id="121" creationId="{1E63C1A2-5E37-953C-147C-E16B26E9907A}"/>
          </ac:spMkLst>
        </pc:spChg>
        <pc:spChg chg="add del">
          <ac:chgData name="Sai Charan" userId="7353ad3dc1898db9" providerId="LiveId" clId="{5A4CD40C-8285-4B7C-9C47-BC997EF465A2}" dt="2026-09-07T07:48:08.476" v="95" actId="478"/>
          <ac:spMkLst>
            <pc:docMk/>
            <pc:sldMk cId="0" sldId="258"/>
            <ac:spMk id="137" creationId="{B7AD1842-48A7-AC29-81F5-7C9FEBE16188}"/>
          </ac:spMkLst>
        </pc:spChg>
        <pc:spChg chg="add del">
          <ac:chgData name="Sai Charan" userId="7353ad3dc1898db9" providerId="LiveId" clId="{5A4CD40C-8285-4B7C-9C47-BC997EF465A2}" dt="2026-09-07T07:48:08.476" v="95" actId="478"/>
          <ac:spMkLst>
            <pc:docMk/>
            <pc:sldMk cId="0" sldId="258"/>
            <ac:spMk id="143" creationId="{840BA6DD-22D1-9AD4-218C-EB2771B34BF6}"/>
          </ac:spMkLst>
        </pc:spChg>
        <pc:spChg chg="add del">
          <ac:chgData name="Sai Charan" userId="7353ad3dc1898db9" providerId="LiveId" clId="{5A4CD40C-8285-4B7C-9C47-BC997EF465A2}" dt="2026-09-07T07:48:08.476" v="95" actId="478"/>
          <ac:spMkLst>
            <pc:docMk/>
            <pc:sldMk cId="0" sldId="258"/>
            <ac:spMk id="149" creationId="{E7BAD4A6-16E7-C848-DE4C-90D005CCD74C}"/>
          </ac:spMkLst>
        </pc:spChg>
        <pc:spChg chg="mod">
          <ac:chgData name="Sai Charan" userId="7353ad3dc1898db9" providerId="LiveId" clId="{5A4CD40C-8285-4B7C-9C47-BC997EF465A2}" dt="2026-09-07T10:58:07.137" v="944" actId="1076"/>
          <ac:spMkLst>
            <pc:docMk/>
            <pc:sldMk cId="0" sldId="258"/>
            <ac:spMk id="177" creationId="{8F3FD123-D8CE-3F54-E507-65BFD57EF1BB}"/>
          </ac:spMkLst>
        </pc:spChg>
        <pc:spChg chg="add mod">
          <ac:chgData name="Sai Charan" userId="7353ad3dc1898db9" providerId="LiveId" clId="{5A4CD40C-8285-4B7C-9C47-BC997EF465A2}" dt="2026-09-07T10:54:04.204" v="912" actId="2711"/>
          <ac:spMkLst>
            <pc:docMk/>
            <pc:sldMk cId="0" sldId="258"/>
            <ac:spMk id="179" creationId="{ACF4B757-B428-A0A1-94CE-03F9DD1457B3}"/>
          </ac:spMkLst>
        </pc:spChg>
        <pc:spChg chg="add mod">
          <ac:chgData name="Sai Charan" userId="7353ad3dc1898db9" providerId="LiveId" clId="{5A4CD40C-8285-4B7C-9C47-BC997EF465A2}" dt="2026-09-07T07:48:48.323" v="101" actId="1076"/>
          <ac:spMkLst>
            <pc:docMk/>
            <pc:sldMk cId="0" sldId="258"/>
            <ac:spMk id="193" creationId="{A81D39B3-F687-823F-02CD-1DA08439F6C7}"/>
          </ac:spMkLst>
        </pc:spChg>
        <pc:spChg chg="del">
          <ac:chgData name="Sai Charan" userId="7353ad3dc1898db9" providerId="LiveId" clId="{5A4CD40C-8285-4B7C-9C47-BC997EF465A2}" dt="2026-09-07T17:39:17.432" v="1416" actId="478"/>
          <ac:spMkLst>
            <pc:docMk/>
            <pc:sldMk cId="0" sldId="258"/>
            <ac:spMk id="197" creationId="{4BDB4F75-185F-85B0-3D3D-31C938A80569}"/>
          </ac:spMkLst>
        </pc:spChg>
        <pc:spChg chg="del mod">
          <ac:chgData name="Sai Charan" userId="7353ad3dc1898db9" providerId="LiveId" clId="{5A4CD40C-8285-4B7C-9C47-BC997EF465A2}" dt="2026-09-07T08:12:31.037" v="356" actId="478"/>
          <ac:spMkLst>
            <pc:docMk/>
            <pc:sldMk cId="0" sldId="258"/>
            <ac:spMk id="201" creationId="{BB4E45B5-6FF2-3F3B-3B8B-9434E228633D}"/>
          </ac:spMkLst>
        </pc:spChg>
        <pc:spChg chg="del">
          <ac:chgData name="Sai Charan" userId="7353ad3dc1898db9" providerId="LiveId" clId="{5A4CD40C-8285-4B7C-9C47-BC997EF465A2}" dt="2026-09-07T07:58:01.892" v="198" actId="478"/>
          <ac:spMkLst>
            <pc:docMk/>
            <pc:sldMk cId="0" sldId="258"/>
            <ac:spMk id="205" creationId="{4A121E71-FDA8-6B6A-1399-1A2058517435}"/>
          </ac:spMkLst>
        </pc:spChg>
        <pc:spChg chg="mod">
          <ac:chgData name="Sai Charan" userId="7353ad3dc1898db9" providerId="LiveId" clId="{5A4CD40C-8285-4B7C-9C47-BC997EF465A2}" dt="2026-09-07T10:54:54.376" v="920" actId="255"/>
          <ac:spMkLst>
            <pc:docMk/>
            <pc:sldMk cId="0" sldId="258"/>
            <ac:spMk id="207" creationId="{C0FCD084-7B8B-A1D6-B84C-85669E278BF8}"/>
          </ac:spMkLst>
        </pc:spChg>
        <pc:spChg chg="add mod">
          <ac:chgData name="Sai Charan" userId="7353ad3dc1898db9" providerId="LiveId" clId="{5A4CD40C-8285-4B7C-9C47-BC997EF465A2}" dt="2026-09-07T10:54:50.130" v="919" actId="255"/>
          <ac:spMkLst>
            <pc:docMk/>
            <pc:sldMk cId="0" sldId="258"/>
            <ac:spMk id="209" creationId="{B183F984-7F8E-91C6-E2AD-654870052E77}"/>
          </ac:spMkLst>
        </pc:spChg>
        <pc:spChg chg="add mod">
          <ac:chgData name="Sai Charan" userId="7353ad3dc1898db9" providerId="LiveId" clId="{5A4CD40C-8285-4B7C-9C47-BC997EF465A2}" dt="2026-09-07T07:50:32.714" v="110" actId="1076"/>
          <ac:spMkLst>
            <pc:docMk/>
            <pc:sldMk cId="0" sldId="258"/>
            <ac:spMk id="219" creationId="{F9D9796E-2A06-865B-CE12-1404B0E4346C}"/>
          </ac:spMkLst>
        </pc:spChg>
        <pc:spChg chg="mod">
          <ac:chgData name="Sai Charan" userId="7353ad3dc1898db9" providerId="LiveId" clId="{5A4CD40C-8285-4B7C-9C47-BC997EF465A2}" dt="2026-09-07T11:00:36.053" v="978" actId="207"/>
          <ac:spMkLst>
            <pc:docMk/>
            <pc:sldMk cId="0" sldId="258"/>
            <ac:spMk id="221" creationId="{A123CF34-2FBA-C09C-1BE8-09CA4ACEB6BA}"/>
          </ac:spMkLst>
        </pc:spChg>
        <pc:spChg chg="add mod">
          <ac:chgData name="Sai Charan" userId="7353ad3dc1898db9" providerId="LiveId" clId="{5A4CD40C-8285-4B7C-9C47-BC997EF465A2}" dt="2026-09-07T07:51:49.958" v="128" actId="1076"/>
          <ac:spMkLst>
            <pc:docMk/>
            <pc:sldMk cId="0" sldId="258"/>
            <ac:spMk id="225" creationId="{54B8E02D-AC3E-42ED-0A5F-E77694643D7D}"/>
          </ac:spMkLst>
        </pc:spChg>
        <pc:spChg chg="mod">
          <ac:chgData name="Sai Charan" userId="7353ad3dc1898db9" providerId="LiveId" clId="{5A4CD40C-8285-4B7C-9C47-BC997EF465A2}" dt="2026-09-07T10:59:53.371" v="962" actId="255"/>
          <ac:spMkLst>
            <pc:docMk/>
            <pc:sldMk cId="0" sldId="258"/>
            <ac:spMk id="227" creationId="{BD4AC6D7-1F58-6CBB-03C0-1E745AC5E2FD}"/>
          </ac:spMkLst>
        </pc:spChg>
        <pc:spChg chg="mod">
          <ac:chgData name="Sai Charan" userId="7353ad3dc1898db9" providerId="LiveId" clId="{5A4CD40C-8285-4B7C-9C47-BC997EF465A2}" dt="2026-09-07T07:52:02.039" v="131" actId="1076"/>
          <ac:spMkLst>
            <pc:docMk/>
            <pc:sldMk cId="0" sldId="258"/>
            <ac:spMk id="231" creationId="{75F53BA4-9CE2-30C7-5323-07E283B85570}"/>
          </ac:spMkLst>
        </pc:spChg>
        <pc:spChg chg="mod">
          <ac:chgData name="Sai Charan" userId="7353ad3dc1898db9" providerId="LiveId" clId="{5A4CD40C-8285-4B7C-9C47-BC997EF465A2}" dt="2026-09-07T11:00:47.983" v="980" actId="207"/>
          <ac:spMkLst>
            <pc:docMk/>
            <pc:sldMk cId="0" sldId="258"/>
            <ac:spMk id="233" creationId="{5543857D-2506-AB60-9FDD-5D928F570010}"/>
          </ac:spMkLst>
        </pc:spChg>
        <pc:spChg chg="add mod">
          <ac:chgData name="Sai Charan" userId="7353ad3dc1898db9" providerId="LiveId" clId="{5A4CD40C-8285-4B7C-9C47-BC997EF465A2}" dt="2026-09-07T07:52:07.082" v="132" actId="1076"/>
          <ac:spMkLst>
            <pc:docMk/>
            <pc:sldMk cId="0" sldId="258"/>
            <ac:spMk id="237" creationId="{336541F2-B772-9454-65F7-B98FD2452F5C}"/>
          </ac:spMkLst>
        </pc:spChg>
        <pc:spChg chg="mod">
          <ac:chgData name="Sai Charan" userId="7353ad3dc1898db9" providerId="LiveId" clId="{5A4CD40C-8285-4B7C-9C47-BC997EF465A2}" dt="2026-09-07T11:00:43.053" v="979" actId="207"/>
          <ac:spMkLst>
            <pc:docMk/>
            <pc:sldMk cId="0" sldId="258"/>
            <ac:spMk id="239" creationId="{0BF63DCC-957B-E503-8564-B5650FFDA0AB}"/>
          </ac:spMkLst>
        </pc:spChg>
        <pc:spChg chg="add mod">
          <ac:chgData name="Sai Charan" userId="7353ad3dc1898db9" providerId="LiveId" clId="{5A4CD40C-8285-4B7C-9C47-BC997EF465A2}" dt="2026-09-07T07:48:48.323" v="101" actId="1076"/>
          <ac:spMkLst>
            <pc:docMk/>
            <pc:sldMk cId="0" sldId="258"/>
            <ac:spMk id="245" creationId="{DFF04D67-F962-BA53-B0F0-5145C07C30D5}"/>
          </ac:spMkLst>
        </pc:spChg>
        <pc:spChg chg="add mod">
          <ac:chgData name="Sai Charan" userId="7353ad3dc1898db9" providerId="LiveId" clId="{5A4CD40C-8285-4B7C-9C47-BC997EF465A2}" dt="2026-09-07T07:48:48.323" v="101" actId="1076"/>
          <ac:spMkLst>
            <pc:docMk/>
            <pc:sldMk cId="0" sldId="258"/>
            <ac:spMk id="255" creationId="{87A2C96C-1A55-5266-0CB1-57117A73CC85}"/>
          </ac:spMkLst>
        </pc:spChg>
        <pc:spChg chg="add mod">
          <ac:chgData name="Sai Charan" userId="7353ad3dc1898db9" providerId="LiveId" clId="{5A4CD40C-8285-4B7C-9C47-BC997EF465A2}" dt="2026-09-07T07:48:48.323" v="101" actId="1076"/>
          <ac:spMkLst>
            <pc:docMk/>
            <pc:sldMk cId="0" sldId="258"/>
            <ac:spMk id="263" creationId="{1918283F-7B6A-656E-4CB1-021089DB6C31}"/>
          </ac:spMkLst>
        </pc:spChg>
        <pc:spChg chg="mod">
          <ac:chgData name="Sai Charan" userId="7353ad3dc1898db9" providerId="LiveId" clId="{5A4CD40C-8285-4B7C-9C47-BC997EF465A2}" dt="2026-09-07T10:54:18.488" v="915" actId="2711"/>
          <ac:spMkLst>
            <pc:docMk/>
            <pc:sldMk cId="0" sldId="258"/>
            <ac:spMk id="267" creationId="{EFA127F9-9E13-FF53-4170-76CA829FB54A}"/>
          </ac:spMkLst>
        </pc:spChg>
        <pc:spChg chg="add mod">
          <ac:chgData name="Sai Charan" userId="7353ad3dc1898db9" providerId="LiveId" clId="{5A4CD40C-8285-4B7C-9C47-BC997EF465A2}" dt="2026-09-07T10:54:25.271" v="916" actId="2711"/>
          <ac:spMkLst>
            <pc:docMk/>
            <pc:sldMk cId="0" sldId="258"/>
            <ac:spMk id="271" creationId="{38E3385C-6FAD-6ACC-09AE-3D435FFE5A41}"/>
          </ac:spMkLst>
        </pc:spChg>
        <pc:spChg chg="add del mod">
          <ac:chgData name="Sai Charan" userId="7353ad3dc1898db9" providerId="LiveId" clId="{5A4CD40C-8285-4B7C-9C47-BC997EF465A2}" dt="2026-09-07T07:48:56.548" v="104" actId="478"/>
          <ac:spMkLst>
            <pc:docMk/>
            <pc:sldMk cId="0" sldId="258"/>
            <ac:spMk id="282" creationId="{203E0D05-7522-FA8A-F657-2263CCEA448E}"/>
          </ac:spMkLst>
        </pc:spChg>
        <pc:spChg chg="add del mod">
          <ac:chgData name="Sai Charan" userId="7353ad3dc1898db9" providerId="LiveId" clId="{5A4CD40C-8285-4B7C-9C47-BC997EF465A2}" dt="2026-09-07T07:54:50.933" v="152"/>
          <ac:spMkLst>
            <pc:docMk/>
            <pc:sldMk cId="0" sldId="258"/>
            <ac:spMk id="283" creationId="{DB3093F1-CCF1-4DB1-D61F-B2A1D3F249AD}"/>
          </ac:spMkLst>
        </pc:spChg>
        <pc:spChg chg="add mod">
          <ac:chgData name="Sai Charan" userId="7353ad3dc1898db9" providerId="LiveId" clId="{5A4CD40C-8285-4B7C-9C47-BC997EF465A2}" dt="2026-09-07T08:09:48.499" v="307" actId="1076"/>
          <ac:spMkLst>
            <pc:docMk/>
            <pc:sldMk cId="0" sldId="258"/>
            <ac:spMk id="284" creationId="{9EB5E46D-8AA4-C4D5-280E-E8DA39095F85}"/>
          </ac:spMkLst>
        </pc:spChg>
        <pc:spChg chg="add del">
          <ac:chgData name="Sai Charan" userId="7353ad3dc1898db9" providerId="LiveId" clId="{5A4CD40C-8285-4B7C-9C47-BC997EF465A2}" dt="2026-09-07T07:57:06.063" v="190" actId="478"/>
          <ac:spMkLst>
            <pc:docMk/>
            <pc:sldMk cId="0" sldId="258"/>
            <ac:spMk id="285" creationId="{00D1B9D1-6D0C-844C-4168-F35A49D645D3}"/>
          </ac:spMkLst>
        </pc:spChg>
        <pc:spChg chg="add del">
          <ac:chgData name="Sai Charan" userId="7353ad3dc1898db9" providerId="LiveId" clId="{5A4CD40C-8285-4B7C-9C47-BC997EF465A2}" dt="2026-09-07T07:57:16.664" v="192" actId="478"/>
          <ac:spMkLst>
            <pc:docMk/>
            <pc:sldMk cId="0" sldId="258"/>
            <ac:spMk id="286" creationId="{C11E529C-C09C-553F-D46D-3E81610C4A24}"/>
          </ac:spMkLst>
        </pc:spChg>
        <pc:spChg chg="add del mod">
          <ac:chgData name="Sai Charan" userId="7353ad3dc1898db9" providerId="LiveId" clId="{5A4CD40C-8285-4B7C-9C47-BC997EF465A2}" dt="2026-09-07T07:59:54.235" v="238" actId="478"/>
          <ac:spMkLst>
            <pc:docMk/>
            <pc:sldMk cId="0" sldId="258"/>
            <ac:spMk id="289" creationId="{D616C1A2-112C-10D3-FFF3-A5D706A3D141}"/>
          </ac:spMkLst>
        </pc:spChg>
        <pc:spChg chg="add mod">
          <ac:chgData name="Sai Charan" userId="7353ad3dc1898db9" providerId="LiveId" clId="{5A4CD40C-8285-4B7C-9C47-BC997EF465A2}" dt="2026-09-07T08:03:13.187" v="271" actId="1076"/>
          <ac:spMkLst>
            <pc:docMk/>
            <pc:sldMk cId="0" sldId="258"/>
            <ac:spMk id="292" creationId="{B4F1FA6A-27D5-3DE6-838B-96ECE32DB5AF}"/>
          </ac:spMkLst>
        </pc:spChg>
        <pc:spChg chg="add mod">
          <ac:chgData name="Sai Charan" userId="7353ad3dc1898db9" providerId="LiveId" clId="{5A4CD40C-8285-4B7C-9C47-BC997EF465A2}" dt="2026-09-07T08:03:06.106" v="270" actId="5793"/>
          <ac:spMkLst>
            <pc:docMk/>
            <pc:sldMk cId="0" sldId="258"/>
            <ac:spMk id="295" creationId="{79DC1614-22F4-5702-CE97-C5A0C54AF620}"/>
          </ac:spMkLst>
        </pc:spChg>
        <pc:spChg chg="add del mod">
          <ac:chgData name="Sai Charan" userId="7353ad3dc1898db9" providerId="LiveId" clId="{5A4CD40C-8285-4B7C-9C47-BC997EF465A2}" dt="2026-09-07T08:11:00.219" v="327" actId="478"/>
          <ac:spMkLst>
            <pc:docMk/>
            <pc:sldMk cId="0" sldId="258"/>
            <ac:spMk id="296" creationId="{890BA666-CC47-A4A9-AB8F-AF2AE97BB202}"/>
          </ac:spMkLst>
        </pc:spChg>
        <pc:spChg chg="add del mod">
          <ac:chgData name="Sai Charan" userId="7353ad3dc1898db9" providerId="LiveId" clId="{5A4CD40C-8285-4B7C-9C47-BC997EF465A2}" dt="2026-09-07T08:12:14.932" v="345"/>
          <ac:spMkLst>
            <pc:docMk/>
            <pc:sldMk cId="0" sldId="258"/>
            <ac:spMk id="299" creationId="{AC29DD13-0F30-EEF5-C30D-A7353B00D452}"/>
          </ac:spMkLst>
        </pc:spChg>
        <pc:spChg chg="add del">
          <ac:chgData name="Sai Charan" userId="7353ad3dc1898db9" providerId="LiveId" clId="{5A4CD40C-8285-4B7C-9C47-BC997EF465A2}" dt="2026-09-07T08:08:39.905" v="301" actId="478"/>
          <ac:spMkLst>
            <pc:docMk/>
            <pc:sldMk cId="0" sldId="258"/>
            <ac:spMk id="300" creationId="{41724347-5C73-B735-13FB-2A9237BEAE95}"/>
          </ac:spMkLst>
        </pc:spChg>
        <pc:spChg chg="add mod">
          <ac:chgData name="Sai Charan" userId="7353ad3dc1898db9" providerId="LiveId" clId="{5A4CD40C-8285-4B7C-9C47-BC997EF465A2}" dt="2026-09-07T08:23:02.101" v="503" actId="207"/>
          <ac:spMkLst>
            <pc:docMk/>
            <pc:sldMk cId="0" sldId="258"/>
            <ac:spMk id="302" creationId="{ECE104FF-BA0C-D591-1A33-A56F93758DD1}"/>
          </ac:spMkLst>
        </pc:spChg>
        <pc:spChg chg="add mod">
          <ac:chgData name="Sai Charan" userId="7353ad3dc1898db9" providerId="LiveId" clId="{5A4CD40C-8285-4B7C-9C47-BC997EF465A2}" dt="2026-09-07T08:10:52.632" v="326" actId="1076"/>
          <ac:spMkLst>
            <pc:docMk/>
            <pc:sldMk cId="0" sldId="258"/>
            <ac:spMk id="305" creationId="{3E6B4C88-7F63-B145-AEE7-A4E9E827FB2A}"/>
          </ac:spMkLst>
        </pc:spChg>
        <pc:spChg chg="add mod">
          <ac:chgData name="Sai Charan" userId="7353ad3dc1898db9" providerId="LiveId" clId="{5A4CD40C-8285-4B7C-9C47-BC997EF465A2}" dt="2026-09-07T08:12:10.807" v="343" actId="207"/>
          <ac:spMkLst>
            <pc:docMk/>
            <pc:sldMk cId="0" sldId="258"/>
            <ac:spMk id="307" creationId="{7D07D55D-5E68-8B59-11FC-AA93F320EBEC}"/>
          </ac:spMkLst>
        </pc:spChg>
        <pc:spChg chg="add mod">
          <ac:chgData name="Sai Charan" userId="7353ad3dc1898db9" providerId="LiveId" clId="{5A4CD40C-8285-4B7C-9C47-BC997EF465A2}" dt="2026-09-07T11:42:29.227" v="1194" actId="1076"/>
          <ac:spMkLst>
            <pc:docMk/>
            <pc:sldMk cId="0" sldId="258"/>
            <ac:spMk id="310" creationId="{9FBD818F-81C9-022B-4705-CCCCD888018C}"/>
          </ac:spMkLst>
        </pc:spChg>
        <pc:spChg chg="add mod">
          <ac:chgData name="Sai Charan" userId="7353ad3dc1898db9" providerId="LiveId" clId="{5A4CD40C-8285-4B7C-9C47-BC997EF465A2}" dt="2026-09-07T08:14:12.109" v="374" actId="207"/>
          <ac:spMkLst>
            <pc:docMk/>
            <pc:sldMk cId="0" sldId="258"/>
            <ac:spMk id="314" creationId="{613160D6-17FE-C5C8-740D-08939E6C9448}"/>
          </ac:spMkLst>
        </pc:spChg>
        <pc:spChg chg="add mod">
          <ac:chgData name="Sai Charan" userId="7353ad3dc1898db9" providerId="LiveId" clId="{5A4CD40C-8285-4B7C-9C47-BC997EF465A2}" dt="2026-09-07T08:23:36.515" v="504" actId="1076"/>
          <ac:spMkLst>
            <pc:docMk/>
            <pc:sldMk cId="0" sldId="258"/>
            <ac:spMk id="317" creationId="{02EE48EB-7258-ED02-9478-E15E9211D658}"/>
          </ac:spMkLst>
        </pc:spChg>
        <pc:spChg chg="add del mod">
          <ac:chgData name="Sai Charan" userId="7353ad3dc1898db9" providerId="LiveId" clId="{5A4CD40C-8285-4B7C-9C47-BC997EF465A2}" dt="2026-09-07T10:59:55.773" v="970" actId="767"/>
          <ac:spMkLst>
            <pc:docMk/>
            <pc:sldMk cId="0" sldId="258"/>
            <ac:spMk id="318" creationId="{CB4BF5C6-2E47-DF8E-A350-5F09A3564954}"/>
          </ac:spMkLst>
        </pc:spChg>
        <pc:spChg chg="add del mod">
          <ac:chgData name="Sai Charan" userId="7353ad3dc1898db9" providerId="LiveId" clId="{5A4CD40C-8285-4B7C-9C47-BC997EF465A2}" dt="2026-09-07T10:59:54.659" v="968" actId="767"/>
          <ac:spMkLst>
            <pc:docMk/>
            <pc:sldMk cId="0" sldId="258"/>
            <ac:spMk id="319" creationId="{48D9C290-8BFB-E566-BE06-128034F8B3AE}"/>
          </ac:spMkLst>
        </pc:spChg>
        <pc:spChg chg="add del mod">
          <ac:chgData name="Sai Charan" userId="7353ad3dc1898db9" providerId="LiveId" clId="{5A4CD40C-8285-4B7C-9C47-BC997EF465A2}" dt="2026-09-07T10:59:54.267" v="966" actId="767"/>
          <ac:spMkLst>
            <pc:docMk/>
            <pc:sldMk cId="0" sldId="258"/>
            <ac:spMk id="320" creationId="{5E44AB2E-855E-0DDE-8AF7-AD7C281AACC7}"/>
          </ac:spMkLst>
        </pc:spChg>
        <pc:picChg chg="del mod">
          <ac:chgData name="Sai Charan" userId="7353ad3dc1898db9" providerId="LiveId" clId="{5A4CD40C-8285-4B7C-9C47-BC997EF465A2}" dt="2026-09-07T07:52:11.708" v="133" actId="478"/>
          <ac:picMkLst>
            <pc:docMk/>
            <pc:sldMk cId="0" sldId="258"/>
            <ac:picMk id="2" creationId="{00000000-0000-0000-0000-000000000000}"/>
          </ac:picMkLst>
        </pc:picChg>
        <pc:picChg chg="add del mod">
          <ac:chgData name="Sai Charan" userId="7353ad3dc1898db9" providerId="LiveId" clId="{5A4CD40C-8285-4B7C-9C47-BC997EF465A2}" dt="2026-09-07T17:38:11.468" v="1405" actId="478"/>
          <ac:picMkLst>
            <pc:docMk/>
            <pc:sldMk cId="0" sldId="258"/>
            <ac:picMk id="3" creationId="{6BD328AD-AC25-5F21-2D20-A3502165B65D}"/>
          </ac:picMkLst>
        </pc:picChg>
        <pc:picChg chg="add mod">
          <ac:chgData name="Sai Charan" userId="7353ad3dc1898db9" providerId="LiveId" clId="{5A4CD40C-8285-4B7C-9C47-BC997EF465A2}" dt="2026-09-07T17:39:00.164" v="1413" actId="1076"/>
          <ac:picMkLst>
            <pc:docMk/>
            <pc:sldMk cId="0" sldId="258"/>
            <ac:picMk id="5" creationId="{11DAE0FD-84D4-2979-612F-9D07F15ED7BA}"/>
          </ac:picMkLst>
        </pc:picChg>
        <pc:picChg chg="add mod">
          <ac:chgData name="Sai Charan" userId="7353ad3dc1898db9" providerId="LiveId" clId="{5A4CD40C-8285-4B7C-9C47-BC997EF465A2}" dt="2026-09-07T17:39:14.170" v="1415" actId="1076"/>
          <ac:picMkLst>
            <pc:docMk/>
            <pc:sldMk cId="0" sldId="258"/>
            <ac:picMk id="7" creationId="{E58074CE-FEA3-EAA9-6877-9E3911D5F8E8}"/>
          </ac:picMkLst>
        </pc:picChg>
        <pc:picChg chg="add mod">
          <ac:chgData name="Sai Charan" userId="7353ad3dc1898db9" providerId="LiveId" clId="{5A4CD40C-8285-4B7C-9C47-BC997EF465A2}" dt="2026-09-07T17:41:54.363" v="1433" actId="1076"/>
          <ac:picMkLst>
            <pc:docMk/>
            <pc:sldMk cId="0" sldId="258"/>
            <ac:picMk id="9" creationId="{DC75A341-5039-E43D-FF6D-DF093F4CCD9F}"/>
          </ac:picMkLst>
        </pc:picChg>
        <pc:picChg chg="add mod">
          <ac:chgData name="Sai Charan" userId="7353ad3dc1898db9" providerId="LiveId" clId="{5A4CD40C-8285-4B7C-9C47-BC997EF465A2}" dt="2026-09-07T17:42:09.842" v="1436" actId="1076"/>
          <ac:picMkLst>
            <pc:docMk/>
            <pc:sldMk cId="0" sldId="258"/>
            <ac:picMk id="11" creationId="{6D56CFF0-86F4-183A-B83A-B7977B39E30D}"/>
          </ac:picMkLst>
        </pc:picChg>
        <pc:picChg chg="del">
          <ac:chgData name="Sai Charan" userId="7353ad3dc1898db9" providerId="LiveId" clId="{5A4CD40C-8285-4B7C-9C47-BC997EF465A2}" dt="2026-09-07T07:43:27.091" v="79" actId="478"/>
          <ac:picMkLst>
            <pc:docMk/>
            <pc:sldMk cId="0" sldId="258"/>
            <ac:picMk id="21" creationId="{00000000-0000-0000-0000-000000000000}"/>
          </ac:picMkLst>
        </pc:picChg>
        <pc:picChg chg="del">
          <ac:chgData name="Sai Charan" userId="7353ad3dc1898db9" providerId="LiveId" clId="{5A4CD40C-8285-4B7C-9C47-BC997EF465A2}" dt="2026-09-07T07:43:56.655" v="87" actId="478"/>
          <ac:picMkLst>
            <pc:docMk/>
            <pc:sldMk cId="0" sldId="258"/>
            <ac:picMk id="22" creationId="{00000000-0000-0000-0000-000000000000}"/>
          </ac:picMkLst>
        </pc:picChg>
        <pc:picChg chg="add mod">
          <ac:chgData name="Sai Charan" userId="7353ad3dc1898db9" providerId="LiveId" clId="{5A4CD40C-8285-4B7C-9C47-BC997EF465A2}" dt="2026-09-07T11:07:15.398" v="1014" actId="1076"/>
          <ac:picMkLst>
            <pc:docMk/>
            <pc:sldMk cId="0" sldId="258"/>
            <ac:picMk id="47" creationId="{740868F8-66D8-40AB-2371-78DB9F7D94AA}"/>
          </ac:picMkLst>
        </pc:picChg>
        <pc:picChg chg="del mod">
          <ac:chgData name="Sai Charan" userId="7353ad3dc1898db9" providerId="LiveId" clId="{5A4CD40C-8285-4B7C-9C47-BC997EF465A2}" dt="2026-09-07T07:48:11.869" v="97" actId="478"/>
          <ac:picMkLst>
            <pc:docMk/>
            <pc:sldMk cId="0" sldId="258"/>
            <ac:picMk id="51" creationId="{05EE22A2-D675-B750-F577-4C9E43AFF3D9}"/>
          </ac:picMkLst>
        </pc:picChg>
        <pc:picChg chg="del">
          <ac:chgData name="Sai Charan" userId="7353ad3dc1898db9" providerId="LiveId" clId="{5A4CD40C-8285-4B7C-9C47-BC997EF465A2}" dt="2026-09-07T07:48:10.331" v="96" actId="478"/>
          <ac:picMkLst>
            <pc:docMk/>
            <pc:sldMk cId="0" sldId="258"/>
            <ac:picMk id="53" creationId="{0C929F83-7180-8408-4B37-5535D838967C}"/>
          </ac:picMkLst>
        </pc:picChg>
        <pc:picChg chg="del mod">
          <ac:chgData name="Sai Charan" userId="7353ad3dc1898db9" providerId="LiveId" clId="{5A4CD40C-8285-4B7C-9C47-BC997EF465A2}" dt="2026-09-07T07:55:06.952" v="157" actId="478"/>
          <ac:picMkLst>
            <pc:docMk/>
            <pc:sldMk cId="0" sldId="258"/>
            <ac:picMk id="165" creationId="{F34469B7-3F09-1871-CDAA-C065956C942E}"/>
          </ac:picMkLst>
        </pc:picChg>
        <pc:picChg chg="mod">
          <ac:chgData name="Sai Charan" userId="7353ad3dc1898db9" providerId="LiveId" clId="{5A4CD40C-8285-4B7C-9C47-BC997EF465A2}" dt="2026-09-07T10:59:53.801" v="964" actId="1440"/>
          <ac:picMkLst>
            <pc:docMk/>
            <pc:sldMk cId="0" sldId="258"/>
            <ac:picMk id="169" creationId="{D7E98F22-3665-08C4-1630-6DC541DCCB6D}"/>
          </ac:picMkLst>
        </pc:picChg>
        <pc:picChg chg="mod">
          <ac:chgData name="Sai Charan" userId="7353ad3dc1898db9" providerId="LiveId" clId="{5A4CD40C-8285-4B7C-9C47-BC997EF465A2}" dt="2026-09-07T11:00:00.506" v="973" actId="1440"/>
          <ac:picMkLst>
            <pc:docMk/>
            <pc:sldMk cId="0" sldId="258"/>
            <ac:picMk id="171" creationId="{166FA53E-B713-CD4A-2690-A0B2F00DCAE0}"/>
          </ac:picMkLst>
        </pc:picChg>
        <pc:picChg chg="mod">
          <ac:chgData name="Sai Charan" userId="7353ad3dc1898db9" providerId="LiveId" clId="{5A4CD40C-8285-4B7C-9C47-BC997EF465A2}" dt="2026-09-07T10:59:57.340" v="972" actId="1440"/>
          <ac:picMkLst>
            <pc:docMk/>
            <pc:sldMk cId="0" sldId="258"/>
            <ac:picMk id="173" creationId="{C4B346F6-F014-1851-37CA-581784B0F659}"/>
          </ac:picMkLst>
        </pc:picChg>
        <pc:picChg chg="del">
          <ac:chgData name="Sai Charan" userId="7353ad3dc1898db9" providerId="LiveId" clId="{5A4CD40C-8285-4B7C-9C47-BC997EF465A2}" dt="2026-09-07T07:55:11.787" v="158" actId="478"/>
          <ac:picMkLst>
            <pc:docMk/>
            <pc:sldMk cId="0" sldId="258"/>
            <ac:picMk id="175" creationId="{40A5E82D-36DF-424C-FCAF-E2402CA877E1}"/>
          </ac:picMkLst>
        </pc:picChg>
        <pc:picChg chg="del">
          <ac:chgData name="Sai Charan" userId="7353ad3dc1898db9" providerId="LiveId" clId="{5A4CD40C-8285-4B7C-9C47-BC997EF465A2}" dt="2026-09-07T08:01:35.577" v="245" actId="478"/>
          <ac:picMkLst>
            <pc:docMk/>
            <pc:sldMk cId="0" sldId="258"/>
            <ac:picMk id="199" creationId="{D50ACFBA-AEFA-290C-8812-6B8B833FB95F}"/>
          </ac:picMkLst>
        </pc:picChg>
        <pc:picChg chg="mod">
          <ac:chgData name="Sai Charan" userId="7353ad3dc1898db9" providerId="LiveId" clId="{5A4CD40C-8285-4B7C-9C47-BC997EF465A2}" dt="2026-09-07T07:50:56.741" v="114" actId="1076"/>
          <ac:picMkLst>
            <pc:docMk/>
            <pc:sldMk cId="0" sldId="258"/>
            <ac:picMk id="211" creationId="{4BE09434-2E56-B64B-0E8C-792B502A5DA7}"/>
          </ac:picMkLst>
        </pc:picChg>
        <pc:picChg chg="mod">
          <ac:chgData name="Sai Charan" userId="7353ad3dc1898db9" providerId="LiveId" clId="{5A4CD40C-8285-4B7C-9C47-BC997EF465A2}" dt="2026-09-07T07:51:04.162" v="116" actId="1076"/>
          <ac:picMkLst>
            <pc:docMk/>
            <pc:sldMk cId="0" sldId="258"/>
            <ac:picMk id="213" creationId="{1CF71948-361D-3027-8485-3B4FDB0B8DBA}"/>
          </ac:picMkLst>
        </pc:picChg>
        <pc:picChg chg="mod">
          <ac:chgData name="Sai Charan" userId="7353ad3dc1898db9" providerId="LiveId" clId="{5A4CD40C-8285-4B7C-9C47-BC997EF465A2}" dt="2026-09-07T07:51:38.714" v="127" actId="1076"/>
          <ac:picMkLst>
            <pc:docMk/>
            <pc:sldMk cId="0" sldId="258"/>
            <ac:picMk id="215" creationId="{2B8E65B0-75BB-6425-0392-447EE12D96C8}"/>
          </ac:picMkLst>
        </pc:picChg>
        <pc:picChg chg="mod">
          <ac:chgData name="Sai Charan" userId="7353ad3dc1898db9" providerId="LiveId" clId="{5A4CD40C-8285-4B7C-9C47-BC997EF465A2}" dt="2026-09-07T07:50:25.089" v="109" actId="1076"/>
          <ac:picMkLst>
            <pc:docMk/>
            <pc:sldMk cId="0" sldId="258"/>
            <ac:picMk id="217" creationId="{4567E304-6176-9747-92C7-D4B0FE7939F3}"/>
          </ac:picMkLst>
        </pc:picChg>
        <pc:picChg chg="mod">
          <ac:chgData name="Sai Charan" userId="7353ad3dc1898db9" providerId="LiveId" clId="{5A4CD40C-8285-4B7C-9C47-BC997EF465A2}" dt="2026-09-07T07:50:50.555" v="113" actId="1076"/>
          <ac:picMkLst>
            <pc:docMk/>
            <pc:sldMk cId="0" sldId="258"/>
            <ac:picMk id="223" creationId="{2F416854-CA38-9086-9B8F-F8235D9FD262}"/>
          </ac:picMkLst>
        </pc:picChg>
        <pc:picChg chg="mod">
          <ac:chgData name="Sai Charan" userId="7353ad3dc1898db9" providerId="LiveId" clId="{5A4CD40C-8285-4B7C-9C47-BC997EF465A2}" dt="2026-09-07T07:51:07.217" v="117" actId="1076"/>
          <ac:picMkLst>
            <pc:docMk/>
            <pc:sldMk cId="0" sldId="258"/>
            <ac:picMk id="229" creationId="{C8DF7718-880E-837A-24F0-B28728CAB6C6}"/>
          </ac:picMkLst>
        </pc:picChg>
        <pc:picChg chg="mod">
          <ac:chgData name="Sai Charan" userId="7353ad3dc1898db9" providerId="LiveId" clId="{5A4CD40C-8285-4B7C-9C47-BC997EF465A2}" dt="2026-09-07T07:53:22.597" v="140" actId="1076"/>
          <ac:picMkLst>
            <pc:docMk/>
            <pc:sldMk cId="0" sldId="258"/>
            <ac:picMk id="235" creationId="{9030335B-ED67-94B6-D61F-EF62CF6A36E7}"/>
          </ac:picMkLst>
        </pc:picChg>
        <pc:picChg chg="del">
          <ac:chgData name="Sai Charan" userId="7353ad3dc1898db9" providerId="LiveId" clId="{5A4CD40C-8285-4B7C-9C47-BC997EF465A2}" dt="2026-09-07T11:31:51.291" v="1131" actId="478"/>
          <ac:picMkLst>
            <pc:docMk/>
            <pc:sldMk cId="0" sldId="258"/>
            <ac:picMk id="241" creationId="{E9916175-A213-FA6B-05FD-9DCDA3D07911}"/>
          </ac:picMkLst>
        </pc:picChg>
        <pc:picChg chg="del">
          <ac:chgData name="Sai Charan" userId="7353ad3dc1898db9" providerId="LiveId" clId="{5A4CD40C-8285-4B7C-9C47-BC997EF465A2}" dt="2026-09-07T11:32:07.258" v="1134" actId="478"/>
          <ac:picMkLst>
            <pc:docMk/>
            <pc:sldMk cId="0" sldId="258"/>
            <ac:picMk id="247" creationId="{C83CFADC-3E0D-680B-5AB9-9079DFDADD9F}"/>
          </ac:picMkLst>
        </pc:picChg>
        <pc:picChg chg="del">
          <ac:chgData name="Sai Charan" userId="7353ad3dc1898db9" providerId="LiveId" clId="{5A4CD40C-8285-4B7C-9C47-BC997EF465A2}" dt="2026-09-07T11:35:15.782" v="1142" actId="478"/>
          <ac:picMkLst>
            <pc:docMk/>
            <pc:sldMk cId="0" sldId="258"/>
            <ac:picMk id="253" creationId="{C361C642-D5BF-BCA5-AA68-2C611DEFE19E}"/>
          </ac:picMkLst>
        </pc:picChg>
        <pc:picChg chg="del">
          <ac:chgData name="Sai Charan" userId="7353ad3dc1898db9" providerId="LiveId" clId="{5A4CD40C-8285-4B7C-9C47-BC997EF465A2}" dt="2026-09-07T11:38:11.051" v="1151" actId="478"/>
          <ac:picMkLst>
            <pc:docMk/>
            <pc:sldMk cId="0" sldId="258"/>
            <ac:picMk id="259" creationId="{C64EC48B-00C4-2B91-9FAD-36CC55296728}"/>
          </ac:picMkLst>
        </pc:picChg>
        <pc:picChg chg="add del">
          <ac:chgData name="Sai Charan" userId="7353ad3dc1898db9" providerId="LiveId" clId="{5A4CD40C-8285-4B7C-9C47-BC997EF465A2}" dt="2026-09-07T11:27:27.862" v="1106" actId="478"/>
          <ac:picMkLst>
            <pc:docMk/>
            <pc:sldMk cId="0" sldId="258"/>
            <ac:picMk id="265" creationId="{98ED5F60-A4DB-2FB8-01F1-B353395C14E6}"/>
          </ac:picMkLst>
        </pc:picChg>
        <pc:picChg chg="add del">
          <ac:chgData name="Sai Charan" userId="7353ad3dc1898db9" providerId="LiveId" clId="{5A4CD40C-8285-4B7C-9C47-BC997EF465A2}" dt="2026-09-07T11:30:32.364" v="1127" actId="478"/>
          <ac:picMkLst>
            <pc:docMk/>
            <pc:sldMk cId="0" sldId="258"/>
            <ac:picMk id="269" creationId="{A04F3E91-6743-4575-7C7E-EDAC195704D8}"/>
          </ac:picMkLst>
        </pc:picChg>
        <pc:picChg chg="mod">
          <ac:chgData name="Sai Charan" userId="7353ad3dc1898db9" providerId="LiveId" clId="{5A4CD40C-8285-4B7C-9C47-BC997EF465A2}" dt="2026-09-07T07:50:38.791" v="111" actId="1076"/>
          <ac:picMkLst>
            <pc:docMk/>
            <pc:sldMk cId="0" sldId="258"/>
            <ac:picMk id="273" creationId="{29E610F9-4ADC-A65A-10F0-FAC1CE7FF6BA}"/>
          </ac:picMkLst>
        </pc:picChg>
        <pc:picChg chg="mod">
          <ac:chgData name="Sai Charan" userId="7353ad3dc1898db9" providerId="LiveId" clId="{5A4CD40C-8285-4B7C-9C47-BC997EF465A2}" dt="2026-09-07T07:50:45.909" v="112" actId="1076"/>
          <ac:picMkLst>
            <pc:docMk/>
            <pc:sldMk cId="0" sldId="258"/>
            <ac:picMk id="275" creationId="{8ABCC88D-918B-7024-A23B-CAC2A232F6DC}"/>
          </ac:picMkLst>
        </pc:picChg>
        <pc:picChg chg="mod">
          <ac:chgData name="Sai Charan" userId="7353ad3dc1898db9" providerId="LiveId" clId="{5A4CD40C-8285-4B7C-9C47-BC997EF465A2}" dt="2026-09-07T07:51:10.078" v="118" actId="1076"/>
          <ac:picMkLst>
            <pc:docMk/>
            <pc:sldMk cId="0" sldId="258"/>
            <ac:picMk id="277" creationId="{4011E3FD-F554-EAEE-58A5-70AE9C8A6131}"/>
          </ac:picMkLst>
        </pc:picChg>
        <pc:picChg chg="mod">
          <ac:chgData name="Sai Charan" userId="7353ad3dc1898db9" providerId="LiveId" clId="{5A4CD40C-8285-4B7C-9C47-BC997EF465A2}" dt="2026-09-07T07:51:26.591" v="122" actId="1076"/>
          <ac:picMkLst>
            <pc:docMk/>
            <pc:sldMk cId="0" sldId="258"/>
            <ac:picMk id="279" creationId="{2ADBCC30-E316-E8D9-89A7-8F0616ED84B6}"/>
          </ac:picMkLst>
        </pc:picChg>
        <pc:picChg chg="del">
          <ac:chgData name="Sai Charan" userId="7353ad3dc1898db9" providerId="LiveId" clId="{5A4CD40C-8285-4B7C-9C47-BC997EF465A2}" dt="2026-09-07T07:48:53.031" v="102" actId="478"/>
          <ac:picMkLst>
            <pc:docMk/>
            <pc:sldMk cId="0" sldId="258"/>
            <ac:picMk id="281" creationId="{1F52A60E-FB21-41D9-F92B-47492D166081}"/>
          </ac:picMkLst>
        </pc:picChg>
        <pc:picChg chg="add mod">
          <ac:chgData name="Sai Charan" userId="7353ad3dc1898db9" providerId="LiveId" clId="{5A4CD40C-8285-4B7C-9C47-BC997EF465A2}" dt="2026-09-07T07:59:40.248" v="229" actId="1076"/>
          <ac:picMkLst>
            <pc:docMk/>
            <pc:sldMk cId="0" sldId="258"/>
            <ac:picMk id="291" creationId="{5918AD39-D209-BDF3-E005-6AB0E2950D8A}"/>
          </ac:picMkLst>
        </pc:picChg>
        <pc:picChg chg="add del mod">
          <ac:chgData name="Sai Charan" userId="7353ad3dc1898db9" providerId="LiveId" clId="{5A4CD40C-8285-4B7C-9C47-BC997EF465A2}" dt="2026-09-07T11:42:31.942" v="1195" actId="478"/>
          <ac:picMkLst>
            <pc:docMk/>
            <pc:sldMk cId="0" sldId="258"/>
            <ac:picMk id="294" creationId="{CFC4B64A-3A88-BE99-6162-582EEE862B68}"/>
          </ac:picMkLst>
        </pc:picChg>
        <pc:picChg chg="add del mod">
          <ac:chgData name="Sai Charan" userId="7353ad3dc1898db9" providerId="LiveId" clId="{5A4CD40C-8285-4B7C-9C47-BC997EF465A2}" dt="2026-09-07T08:11:37.822" v="332" actId="478"/>
          <ac:picMkLst>
            <pc:docMk/>
            <pc:sldMk cId="0" sldId="258"/>
            <ac:picMk id="298" creationId="{9BDC118C-CB5E-CDF0-C67A-DE719ABF5739}"/>
          </ac:picMkLst>
        </pc:picChg>
        <pc:picChg chg="add del mod">
          <ac:chgData name="Sai Charan" userId="7353ad3dc1898db9" providerId="LiveId" clId="{5A4CD40C-8285-4B7C-9C47-BC997EF465A2}" dt="2026-09-07T11:41:38.024" v="1166" actId="478"/>
          <ac:picMkLst>
            <pc:docMk/>
            <pc:sldMk cId="0" sldId="258"/>
            <ac:picMk id="304" creationId="{E0FC61E4-8FA0-45A7-0384-7DBD0333B890}"/>
          </ac:picMkLst>
        </pc:picChg>
        <pc:picChg chg="add del mod">
          <ac:chgData name="Sai Charan" userId="7353ad3dc1898db9" providerId="LiveId" clId="{5A4CD40C-8285-4B7C-9C47-BC997EF465A2}" dt="2026-09-07T11:42:05.531" v="1171" actId="478"/>
          <ac:picMkLst>
            <pc:docMk/>
            <pc:sldMk cId="0" sldId="258"/>
            <ac:picMk id="309" creationId="{D4DB2FDD-4F83-5E8A-580D-B01D4FA1A6CB}"/>
          </ac:picMkLst>
        </pc:picChg>
        <pc:picChg chg="add del">
          <ac:chgData name="Sai Charan" userId="7353ad3dc1898db9" providerId="LiveId" clId="{5A4CD40C-8285-4B7C-9C47-BC997EF465A2}" dt="2026-09-07T08:13:45.754" v="371" actId="478"/>
          <ac:picMkLst>
            <pc:docMk/>
            <pc:sldMk cId="0" sldId="258"/>
            <ac:picMk id="312" creationId="{CF2D4A07-1457-9952-1B8E-D264C6D2E5C3}"/>
          </ac:picMkLst>
        </pc:picChg>
        <pc:picChg chg="add mod">
          <ac:chgData name="Sai Charan" userId="7353ad3dc1898db9" providerId="LiveId" clId="{5A4CD40C-8285-4B7C-9C47-BC997EF465A2}" dt="2026-09-07T08:14:33.677" v="376" actId="1076"/>
          <ac:picMkLst>
            <pc:docMk/>
            <pc:sldMk cId="0" sldId="258"/>
            <ac:picMk id="316" creationId="{D1749405-A122-9C75-22CC-847FEA4DBFA2}"/>
          </ac:picMkLst>
        </pc:picChg>
        <pc:picChg chg="add mod">
          <ac:chgData name="Sai Charan" userId="7353ad3dc1898db9" providerId="LiveId" clId="{5A4CD40C-8285-4B7C-9C47-BC997EF465A2}" dt="2026-09-07T11:28:14.876" v="1120" actId="1076"/>
          <ac:picMkLst>
            <pc:docMk/>
            <pc:sldMk cId="0" sldId="258"/>
            <ac:picMk id="322" creationId="{647286FB-01AC-044A-B1D0-0E8C464DCAF5}"/>
          </ac:picMkLst>
        </pc:picChg>
        <pc:picChg chg="add mod">
          <ac:chgData name="Sai Charan" userId="7353ad3dc1898db9" providerId="LiveId" clId="{5A4CD40C-8285-4B7C-9C47-BC997EF465A2}" dt="2026-09-07T11:30:35.970" v="1128" actId="1076"/>
          <ac:picMkLst>
            <pc:docMk/>
            <pc:sldMk cId="0" sldId="258"/>
            <ac:picMk id="324" creationId="{598875E3-9852-7F7C-2D0A-A345F3F4AAB6}"/>
          </ac:picMkLst>
        </pc:picChg>
        <pc:picChg chg="add mod">
          <ac:chgData name="Sai Charan" userId="7353ad3dc1898db9" providerId="LiveId" clId="{5A4CD40C-8285-4B7C-9C47-BC997EF465A2}" dt="2026-09-07T11:32:00.013" v="1133" actId="1076"/>
          <ac:picMkLst>
            <pc:docMk/>
            <pc:sldMk cId="0" sldId="258"/>
            <ac:picMk id="326" creationId="{D81F8360-2CEC-3051-376B-542595789353}"/>
          </ac:picMkLst>
        </pc:picChg>
        <pc:picChg chg="add del">
          <ac:chgData name="Sai Charan" userId="7353ad3dc1898db9" providerId="LiveId" clId="{5A4CD40C-8285-4B7C-9C47-BC997EF465A2}" dt="2026-09-07T11:34:39.869" v="1136" actId="478"/>
          <ac:picMkLst>
            <pc:docMk/>
            <pc:sldMk cId="0" sldId="258"/>
            <ac:picMk id="328" creationId="{E546E20C-373C-A395-B87B-144C9A0D1B1B}"/>
          </ac:picMkLst>
        </pc:picChg>
        <pc:picChg chg="add del mod">
          <ac:chgData name="Sai Charan" userId="7353ad3dc1898db9" providerId="LiveId" clId="{5A4CD40C-8285-4B7C-9C47-BC997EF465A2}" dt="2026-09-07T17:37:56.236" v="1402" actId="478"/>
          <ac:picMkLst>
            <pc:docMk/>
            <pc:sldMk cId="0" sldId="258"/>
            <ac:picMk id="330" creationId="{AC031B5A-E182-532B-7C83-F87429F2A77C}"/>
          </ac:picMkLst>
        </pc:picChg>
        <pc:picChg chg="add del mod">
          <ac:chgData name="Sai Charan" userId="7353ad3dc1898db9" providerId="LiveId" clId="{5A4CD40C-8285-4B7C-9C47-BC997EF465A2}" dt="2026-09-07T17:41:42.613" v="1430" actId="478"/>
          <ac:picMkLst>
            <pc:docMk/>
            <pc:sldMk cId="0" sldId="258"/>
            <ac:picMk id="332" creationId="{33DB3C14-CFFD-4212-8CBD-A3BC1028C9DA}"/>
          </ac:picMkLst>
        </pc:picChg>
        <pc:picChg chg="add del mod">
          <ac:chgData name="Sai Charan" userId="7353ad3dc1898db9" providerId="LiveId" clId="{5A4CD40C-8285-4B7C-9C47-BC997EF465A2}" dt="2026-09-07T11:40:15.228" v="1161" actId="478"/>
          <ac:picMkLst>
            <pc:docMk/>
            <pc:sldMk cId="0" sldId="258"/>
            <ac:picMk id="334" creationId="{A96250E5-8762-346F-4BEC-3F26D154E169}"/>
          </ac:picMkLst>
        </pc:picChg>
        <pc:picChg chg="add mod">
          <ac:chgData name="Sai Charan" userId="7353ad3dc1898db9" providerId="LiveId" clId="{5A4CD40C-8285-4B7C-9C47-BC997EF465A2}" dt="2026-09-07T11:41:23.405" v="1165" actId="1076"/>
          <ac:picMkLst>
            <pc:docMk/>
            <pc:sldMk cId="0" sldId="258"/>
            <ac:picMk id="336" creationId="{EBC24723-A051-221C-DD24-2014455B936D}"/>
          </ac:picMkLst>
        </pc:picChg>
        <pc:picChg chg="add del mod">
          <ac:chgData name="Sai Charan" userId="7353ad3dc1898db9" providerId="LiveId" clId="{5A4CD40C-8285-4B7C-9C47-BC997EF465A2}" dt="2026-09-07T17:41:57.484" v="1434" actId="478"/>
          <ac:picMkLst>
            <pc:docMk/>
            <pc:sldMk cId="0" sldId="258"/>
            <ac:picMk id="338" creationId="{70069EE7-D177-8371-36B0-39260FD96889}"/>
          </ac:picMkLst>
        </pc:picChg>
        <pc:picChg chg="add del mod">
          <ac:chgData name="Sai Charan" userId="7353ad3dc1898db9" providerId="LiveId" clId="{5A4CD40C-8285-4B7C-9C47-BC997EF465A2}" dt="2026-09-07T17:37:58.685" v="1403" actId="478"/>
          <ac:picMkLst>
            <pc:docMk/>
            <pc:sldMk cId="0" sldId="258"/>
            <ac:picMk id="340" creationId="{708C7A97-742F-5C56-D450-C8D083E64A43}"/>
          </ac:picMkLst>
        </pc:picChg>
        <pc:picChg chg="add mod">
          <ac:chgData name="Sai Charan" userId="7353ad3dc1898db9" providerId="LiveId" clId="{5A4CD40C-8285-4B7C-9C47-BC997EF465A2}" dt="2026-09-07T11:42:42.762" v="1197" actId="1076"/>
          <ac:picMkLst>
            <pc:docMk/>
            <pc:sldMk cId="0" sldId="258"/>
            <ac:picMk id="342" creationId="{4AAC79BB-342C-46C6-B23C-70159F9227C8}"/>
          </ac:picMkLst>
        </pc:picChg>
        <pc:cxnChg chg="add del mod">
          <ac:chgData name="Sai Charan" userId="7353ad3dc1898db9" providerId="LiveId" clId="{5A4CD40C-8285-4B7C-9C47-BC997EF465A2}" dt="2026-09-07T07:57:34.331" v="194" actId="478"/>
          <ac:cxnSpMkLst>
            <pc:docMk/>
            <pc:sldMk cId="0" sldId="258"/>
            <ac:cxnSpMk id="288" creationId="{1A7727AE-9BBE-A27C-0012-299FA31F93B6}"/>
          </ac:cxnSpMkLst>
        </pc:cxnChg>
      </pc:sldChg>
      <pc:sldChg chg="addSp delSp modSp mod">
        <pc:chgData name="Sai Charan" userId="7353ad3dc1898db9" providerId="LiveId" clId="{5A4CD40C-8285-4B7C-9C47-BC997EF465A2}" dt="2026-09-07T11:11:21.223" v="1025" actId="20577"/>
        <pc:sldMkLst>
          <pc:docMk/>
          <pc:sldMk cId="0" sldId="259"/>
        </pc:sldMkLst>
        <pc:spChg chg="mod">
          <ac:chgData name="Sai Charan" userId="7353ad3dc1898db9" providerId="LiveId" clId="{5A4CD40C-8285-4B7C-9C47-BC997EF465A2}" dt="2026-09-07T08:16:56.475" v="472" actId="1076"/>
          <ac:spMkLst>
            <pc:docMk/>
            <pc:sldMk cId="0" sldId="259"/>
            <ac:spMk id="6" creationId="{00000000-0000-0000-0000-000000000000}"/>
          </ac:spMkLst>
        </pc:spChg>
        <pc:spChg chg="del">
          <ac:chgData name="Sai Charan" userId="7353ad3dc1898db9" providerId="LiveId" clId="{5A4CD40C-8285-4B7C-9C47-BC997EF465A2}" dt="2026-09-07T08:16:41.393" v="470" actId="478"/>
          <ac:spMkLst>
            <pc:docMk/>
            <pc:sldMk cId="0" sldId="259"/>
            <ac:spMk id="7" creationId="{00000000-0000-0000-0000-000000000000}"/>
          </ac:spMkLst>
        </pc:spChg>
        <pc:spChg chg="mod">
          <ac:chgData name="Sai Charan" userId="7353ad3dc1898db9" providerId="LiveId" clId="{5A4CD40C-8285-4B7C-9C47-BC997EF465A2}" dt="2026-09-07T08:20:40.395" v="496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Sai Charan" userId="7353ad3dc1898db9" providerId="LiveId" clId="{5A4CD40C-8285-4B7C-9C47-BC997EF465A2}" dt="2026-09-07T08:20:35.725" v="495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Sai Charan" userId="7353ad3dc1898db9" providerId="LiveId" clId="{5A4CD40C-8285-4B7C-9C47-BC997EF465A2}" dt="2026-09-07T08:20:31.627" v="494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Sai Charan" userId="7353ad3dc1898db9" providerId="LiveId" clId="{5A4CD40C-8285-4B7C-9C47-BC997EF465A2}" dt="2026-09-07T08:20:16.357" v="492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Sai Charan" userId="7353ad3dc1898db9" providerId="LiveId" clId="{5A4CD40C-8285-4B7C-9C47-BC997EF465A2}" dt="2026-09-07T08:21:06.297" v="497" actId="12"/>
          <ac:spMkLst>
            <pc:docMk/>
            <pc:sldMk cId="0" sldId="259"/>
            <ac:spMk id="18" creationId="{00000000-0000-0000-0000-000000000000}"/>
          </ac:spMkLst>
        </pc:spChg>
        <pc:spChg chg="mod">
          <ac:chgData name="Sai Charan" userId="7353ad3dc1898db9" providerId="LiveId" clId="{5A4CD40C-8285-4B7C-9C47-BC997EF465A2}" dt="2026-09-07T08:21:15.259" v="498" actId="12"/>
          <ac:spMkLst>
            <pc:docMk/>
            <pc:sldMk cId="0" sldId="259"/>
            <ac:spMk id="19" creationId="{00000000-0000-0000-0000-000000000000}"/>
          </ac:spMkLst>
        </pc:spChg>
        <pc:spChg chg="mod">
          <ac:chgData name="Sai Charan" userId="7353ad3dc1898db9" providerId="LiveId" clId="{5A4CD40C-8285-4B7C-9C47-BC997EF465A2}" dt="2026-09-07T08:21:23.411" v="499" actId="12"/>
          <ac:spMkLst>
            <pc:docMk/>
            <pc:sldMk cId="0" sldId="259"/>
            <ac:spMk id="20" creationId="{00000000-0000-0000-0000-000000000000}"/>
          </ac:spMkLst>
        </pc:spChg>
        <pc:spChg chg="mod">
          <ac:chgData name="Sai Charan" userId="7353ad3dc1898db9" providerId="LiveId" clId="{5A4CD40C-8285-4B7C-9C47-BC997EF465A2}" dt="2026-09-07T08:21:28.981" v="500" actId="12"/>
          <ac:spMkLst>
            <pc:docMk/>
            <pc:sldMk cId="0" sldId="259"/>
            <ac:spMk id="21" creationId="{00000000-0000-0000-0000-000000000000}"/>
          </ac:spMkLst>
        </pc:spChg>
        <pc:spChg chg="mod">
          <ac:chgData name="Sai Charan" userId="7353ad3dc1898db9" providerId="LiveId" clId="{5A4CD40C-8285-4B7C-9C47-BC997EF465A2}" dt="2026-09-07T08:24:14.795" v="505" actId="12"/>
          <ac:spMkLst>
            <pc:docMk/>
            <pc:sldMk cId="0" sldId="259"/>
            <ac:spMk id="22" creationId="{00000000-0000-0000-0000-000000000000}"/>
          </ac:spMkLst>
        </pc:spChg>
        <pc:spChg chg="mod">
          <ac:chgData name="Sai Charan" userId="7353ad3dc1898db9" providerId="LiveId" clId="{5A4CD40C-8285-4B7C-9C47-BC997EF465A2}" dt="2026-09-07T08:24:14.795" v="505" actId="12"/>
          <ac:spMkLst>
            <pc:docMk/>
            <pc:sldMk cId="0" sldId="259"/>
            <ac:spMk id="23" creationId="{00000000-0000-0000-0000-000000000000}"/>
          </ac:spMkLst>
        </pc:spChg>
        <pc:spChg chg="mod">
          <ac:chgData name="Sai Charan" userId="7353ad3dc1898db9" providerId="LiveId" clId="{5A4CD40C-8285-4B7C-9C47-BC997EF465A2}" dt="2026-09-07T08:24:14.795" v="505" actId="12"/>
          <ac:spMkLst>
            <pc:docMk/>
            <pc:sldMk cId="0" sldId="259"/>
            <ac:spMk id="24" creationId="{00000000-0000-0000-0000-000000000000}"/>
          </ac:spMkLst>
        </pc:spChg>
        <pc:spChg chg="mod">
          <ac:chgData name="Sai Charan" userId="7353ad3dc1898db9" providerId="LiveId" clId="{5A4CD40C-8285-4B7C-9C47-BC997EF465A2}" dt="2026-09-07T08:24:14.795" v="505" actId="12"/>
          <ac:spMkLst>
            <pc:docMk/>
            <pc:sldMk cId="0" sldId="259"/>
            <ac:spMk id="25" creationId="{00000000-0000-0000-0000-000000000000}"/>
          </ac:spMkLst>
        </pc:spChg>
        <pc:spChg chg="del">
          <ac:chgData name="Sai Charan" userId="7353ad3dc1898db9" providerId="LiveId" clId="{5A4CD40C-8285-4B7C-9C47-BC997EF465A2}" dt="2026-09-07T08:15:34.160" v="396" actId="478"/>
          <ac:spMkLst>
            <pc:docMk/>
            <pc:sldMk cId="0" sldId="259"/>
            <ac:spMk id="38" creationId="{00000000-0000-0000-0000-000000000000}"/>
          </ac:spMkLst>
        </pc:spChg>
        <pc:spChg chg="mod">
          <ac:chgData name="Sai Charan" userId="7353ad3dc1898db9" providerId="LiveId" clId="{5A4CD40C-8285-4B7C-9C47-BC997EF465A2}" dt="2026-09-07T11:11:21.223" v="1025" actId="20577"/>
          <ac:spMkLst>
            <pc:docMk/>
            <pc:sldMk cId="0" sldId="259"/>
            <ac:spMk id="39" creationId="{00000000-0000-0000-0000-000000000000}"/>
          </ac:spMkLst>
        </pc:spChg>
        <pc:spChg chg="add">
          <ac:chgData name="Sai Charan" userId="7353ad3dc1898db9" providerId="LiveId" clId="{5A4CD40C-8285-4B7C-9C47-BC997EF465A2}" dt="2026-09-07T08:16:49.944" v="471" actId="22"/>
          <ac:spMkLst>
            <pc:docMk/>
            <pc:sldMk cId="0" sldId="259"/>
            <ac:spMk id="41" creationId="{3C26B461-5F29-905F-9DE6-AEBF7207D79F}"/>
          </ac:spMkLst>
        </pc:spChg>
        <pc:picChg chg="del">
          <ac:chgData name="Sai Charan" userId="7353ad3dc1898db9" providerId="LiveId" clId="{5A4CD40C-8285-4B7C-9C47-BC997EF465A2}" dt="2026-09-07T07:52:28.470" v="136" actId="478"/>
          <ac:picMkLst>
            <pc:docMk/>
            <pc:sldMk cId="0" sldId="259"/>
            <ac:picMk id="2" creationId="{00000000-0000-0000-0000-000000000000}"/>
          </ac:picMkLst>
        </pc:picChg>
        <pc:picChg chg="add del mod">
          <ac:chgData name="Sai Charan" userId="7353ad3dc1898db9" providerId="LiveId" clId="{5A4CD40C-8285-4B7C-9C47-BC997EF465A2}" dt="2026-09-07T11:07:48.251" v="1016" actId="1440"/>
          <ac:picMkLst>
            <pc:docMk/>
            <pc:sldMk cId="0" sldId="259"/>
            <ac:picMk id="3" creationId="{00000000-0000-0000-0000-000000000000}"/>
          </ac:picMkLst>
        </pc:picChg>
        <pc:picChg chg="mod">
          <ac:chgData name="Sai Charan" userId="7353ad3dc1898db9" providerId="LiveId" clId="{5A4CD40C-8285-4B7C-9C47-BC997EF465A2}" dt="2026-09-07T11:07:43.928" v="1015" actId="1440"/>
          <ac:picMkLst>
            <pc:docMk/>
            <pc:sldMk cId="0" sldId="259"/>
            <ac:picMk id="4" creationId="{00000000-0000-0000-0000-000000000000}"/>
          </ac:picMkLst>
        </pc:picChg>
        <pc:picChg chg="mod">
          <ac:chgData name="Sai Charan" userId="7353ad3dc1898db9" providerId="LiveId" clId="{5A4CD40C-8285-4B7C-9C47-BC997EF465A2}" dt="2026-09-07T11:07:52.814" v="1017" actId="1440"/>
          <ac:picMkLst>
            <pc:docMk/>
            <pc:sldMk cId="0" sldId="259"/>
            <ac:picMk id="5" creationId="{00000000-0000-0000-0000-000000000000}"/>
          </ac:picMkLst>
        </pc:picChg>
        <pc:picChg chg="del">
          <ac:chgData name="Sai Charan" userId="7353ad3dc1898db9" providerId="LiveId" clId="{5A4CD40C-8285-4B7C-9C47-BC997EF465A2}" dt="2026-09-07T08:17:26.023" v="474" actId="478"/>
          <ac:picMkLst>
            <pc:docMk/>
            <pc:sldMk cId="0" sldId="259"/>
            <ac:picMk id="26" creationId="{00000000-0000-0000-0000-000000000000}"/>
          </ac:picMkLst>
        </pc:picChg>
        <pc:picChg chg="del">
          <ac:chgData name="Sai Charan" userId="7353ad3dc1898db9" providerId="LiveId" clId="{5A4CD40C-8285-4B7C-9C47-BC997EF465A2}" dt="2026-09-07T08:17:28.139" v="475" actId="478"/>
          <ac:picMkLst>
            <pc:docMk/>
            <pc:sldMk cId="0" sldId="259"/>
            <ac:picMk id="27" creationId="{00000000-0000-0000-0000-000000000000}"/>
          </ac:picMkLst>
        </pc:picChg>
        <pc:picChg chg="del">
          <ac:chgData name="Sai Charan" userId="7353ad3dc1898db9" providerId="LiveId" clId="{5A4CD40C-8285-4B7C-9C47-BC997EF465A2}" dt="2026-09-07T08:17:35.500" v="478" actId="478"/>
          <ac:picMkLst>
            <pc:docMk/>
            <pc:sldMk cId="0" sldId="259"/>
            <ac:picMk id="28" creationId="{00000000-0000-0000-0000-000000000000}"/>
          </ac:picMkLst>
        </pc:picChg>
        <pc:picChg chg="del">
          <ac:chgData name="Sai Charan" userId="7353ad3dc1898db9" providerId="LiveId" clId="{5A4CD40C-8285-4B7C-9C47-BC997EF465A2}" dt="2026-09-07T08:17:37.295" v="479" actId="478"/>
          <ac:picMkLst>
            <pc:docMk/>
            <pc:sldMk cId="0" sldId="259"/>
            <ac:picMk id="29" creationId="{00000000-0000-0000-0000-000000000000}"/>
          </ac:picMkLst>
        </pc:picChg>
        <pc:picChg chg="del">
          <ac:chgData name="Sai Charan" userId="7353ad3dc1898db9" providerId="LiveId" clId="{5A4CD40C-8285-4B7C-9C47-BC997EF465A2}" dt="2026-09-07T08:17:40.432" v="480" actId="478"/>
          <ac:picMkLst>
            <pc:docMk/>
            <pc:sldMk cId="0" sldId="259"/>
            <ac:picMk id="30" creationId="{00000000-0000-0000-0000-000000000000}"/>
          </ac:picMkLst>
        </pc:picChg>
        <pc:picChg chg="del">
          <ac:chgData name="Sai Charan" userId="7353ad3dc1898db9" providerId="LiveId" clId="{5A4CD40C-8285-4B7C-9C47-BC997EF465A2}" dt="2026-09-07T08:17:43.281" v="481" actId="478"/>
          <ac:picMkLst>
            <pc:docMk/>
            <pc:sldMk cId="0" sldId="259"/>
            <ac:picMk id="31" creationId="{00000000-0000-0000-0000-000000000000}"/>
          </ac:picMkLst>
        </pc:picChg>
        <pc:picChg chg="del">
          <ac:chgData name="Sai Charan" userId="7353ad3dc1898db9" providerId="LiveId" clId="{5A4CD40C-8285-4B7C-9C47-BC997EF465A2}" dt="2026-09-07T08:17:44.892" v="482" actId="478"/>
          <ac:picMkLst>
            <pc:docMk/>
            <pc:sldMk cId="0" sldId="259"/>
            <ac:picMk id="32" creationId="{00000000-0000-0000-0000-000000000000}"/>
          </ac:picMkLst>
        </pc:picChg>
        <pc:picChg chg="del">
          <ac:chgData name="Sai Charan" userId="7353ad3dc1898db9" providerId="LiveId" clId="{5A4CD40C-8285-4B7C-9C47-BC997EF465A2}" dt="2026-09-07T08:17:46.481" v="483" actId="478"/>
          <ac:picMkLst>
            <pc:docMk/>
            <pc:sldMk cId="0" sldId="259"/>
            <ac:picMk id="33" creationId="{00000000-0000-0000-0000-000000000000}"/>
          </ac:picMkLst>
        </pc:picChg>
        <pc:picChg chg="del">
          <ac:chgData name="Sai Charan" userId="7353ad3dc1898db9" providerId="LiveId" clId="{5A4CD40C-8285-4B7C-9C47-BC997EF465A2}" dt="2026-09-07T08:17:50.019" v="484" actId="478"/>
          <ac:picMkLst>
            <pc:docMk/>
            <pc:sldMk cId="0" sldId="259"/>
            <ac:picMk id="34" creationId="{00000000-0000-0000-0000-000000000000}"/>
          </ac:picMkLst>
        </pc:picChg>
        <pc:picChg chg="del">
          <ac:chgData name="Sai Charan" userId="7353ad3dc1898db9" providerId="LiveId" clId="{5A4CD40C-8285-4B7C-9C47-BC997EF465A2}" dt="2026-09-07T08:17:51.682" v="485" actId="478"/>
          <ac:picMkLst>
            <pc:docMk/>
            <pc:sldMk cId="0" sldId="259"/>
            <ac:picMk id="35" creationId="{00000000-0000-0000-0000-000000000000}"/>
          </ac:picMkLst>
        </pc:picChg>
        <pc:picChg chg="del">
          <ac:chgData name="Sai Charan" userId="7353ad3dc1898db9" providerId="LiveId" clId="{5A4CD40C-8285-4B7C-9C47-BC997EF465A2}" dt="2026-09-07T08:17:55.166" v="486" actId="478"/>
          <ac:picMkLst>
            <pc:docMk/>
            <pc:sldMk cId="0" sldId="259"/>
            <ac:picMk id="36" creationId="{00000000-0000-0000-0000-000000000000}"/>
          </ac:picMkLst>
        </pc:picChg>
        <pc:picChg chg="del">
          <ac:chgData name="Sai Charan" userId="7353ad3dc1898db9" providerId="LiveId" clId="{5A4CD40C-8285-4B7C-9C47-BC997EF465A2}" dt="2026-09-07T08:17:57.252" v="487" actId="478"/>
          <ac:picMkLst>
            <pc:docMk/>
            <pc:sldMk cId="0" sldId="259"/>
            <ac:picMk id="37" creationId="{00000000-0000-0000-0000-000000000000}"/>
          </ac:picMkLst>
        </pc:picChg>
        <pc:picChg chg="add">
          <ac:chgData name="Sai Charan" userId="7353ad3dc1898db9" providerId="LiveId" clId="{5A4CD40C-8285-4B7C-9C47-BC997EF465A2}" dt="2026-09-07T08:17:10.476" v="473" actId="22"/>
          <ac:picMkLst>
            <pc:docMk/>
            <pc:sldMk cId="0" sldId="259"/>
            <ac:picMk id="43" creationId="{5EA5FF34-7DD9-C8FD-52C2-619C611C8FD2}"/>
          </ac:picMkLst>
        </pc:picChg>
      </pc:sldChg>
      <pc:sldChg chg="addSp delSp modSp mod">
        <pc:chgData name="Sai Charan" userId="7353ad3dc1898db9" providerId="LiveId" clId="{5A4CD40C-8285-4B7C-9C47-BC997EF465A2}" dt="2026-09-07T11:11:15.674" v="1023" actId="20577"/>
        <pc:sldMkLst>
          <pc:docMk/>
          <pc:sldMk cId="0" sldId="260"/>
        </pc:sldMkLst>
        <pc:spChg chg="mod">
          <ac:chgData name="Sai Charan" userId="7353ad3dc1898db9" providerId="LiveId" clId="{5A4CD40C-8285-4B7C-9C47-BC997EF465A2}" dt="2026-09-07T09:05:29.128" v="908" actId="1035"/>
          <ac:spMkLst>
            <pc:docMk/>
            <pc:sldMk cId="0" sldId="260"/>
            <ac:spMk id="7" creationId="{00000000-0000-0000-0000-000000000000}"/>
          </ac:spMkLst>
        </pc:spChg>
        <pc:spChg chg="del">
          <ac:chgData name="Sai Charan" userId="7353ad3dc1898db9" providerId="LiveId" clId="{5A4CD40C-8285-4B7C-9C47-BC997EF465A2}" dt="2026-09-07T08:25:14.501" v="533" actId="478"/>
          <ac:spMkLst>
            <pc:docMk/>
            <pc:sldMk cId="0" sldId="260"/>
            <ac:spMk id="8" creationId="{00000000-0000-0000-0000-000000000000}"/>
          </ac:spMkLst>
        </pc:spChg>
        <pc:spChg chg="del mod">
          <ac:chgData name="Sai Charan" userId="7353ad3dc1898db9" providerId="LiveId" clId="{5A4CD40C-8285-4B7C-9C47-BC997EF465A2}" dt="2026-09-07T08:24:26.635" v="509" actId="478"/>
          <ac:spMkLst>
            <pc:docMk/>
            <pc:sldMk cId="0" sldId="260"/>
            <ac:spMk id="27" creationId="{00000000-0000-0000-0000-000000000000}"/>
          </ac:spMkLst>
        </pc:spChg>
        <pc:spChg chg="del">
          <ac:chgData name="Sai Charan" userId="7353ad3dc1898db9" providerId="LiveId" clId="{5A4CD40C-8285-4B7C-9C47-BC997EF465A2}" dt="2026-09-07T08:24:22.321" v="506" actId="478"/>
          <ac:spMkLst>
            <pc:docMk/>
            <pc:sldMk cId="0" sldId="260"/>
            <ac:spMk id="28" creationId="{00000000-0000-0000-0000-000000000000}"/>
          </ac:spMkLst>
        </pc:spChg>
        <pc:spChg chg="add mod">
          <ac:chgData name="Sai Charan" userId="7353ad3dc1898db9" providerId="LiveId" clId="{5A4CD40C-8285-4B7C-9C47-BC997EF465A2}" dt="2026-09-07T11:11:15.674" v="1023" actId="20577"/>
          <ac:spMkLst>
            <pc:docMk/>
            <pc:sldMk cId="0" sldId="260"/>
            <ac:spMk id="29" creationId="{22B9575C-03CF-2663-82B1-7C6A884DE36C}"/>
          </ac:spMkLst>
        </pc:spChg>
        <pc:spChg chg="add mod">
          <ac:chgData name="Sai Charan" userId="7353ad3dc1898db9" providerId="LiveId" clId="{5A4CD40C-8285-4B7C-9C47-BC997EF465A2}" dt="2026-09-07T08:26:21.514" v="538" actId="1076"/>
          <ac:spMkLst>
            <pc:docMk/>
            <pc:sldMk cId="0" sldId="260"/>
            <ac:spMk id="31" creationId="{D631A99B-264A-9EA2-3E0F-27CAE342EFBD}"/>
          </ac:spMkLst>
        </pc:spChg>
        <pc:picChg chg="del">
          <ac:chgData name="Sai Charan" userId="7353ad3dc1898db9" providerId="LiveId" clId="{5A4CD40C-8285-4B7C-9C47-BC997EF465A2}" dt="2026-09-07T07:52:32.927" v="137" actId="478"/>
          <ac:picMkLst>
            <pc:docMk/>
            <pc:sldMk cId="0" sldId="260"/>
            <ac:picMk id="2" creationId="{00000000-0000-0000-0000-000000000000}"/>
          </ac:picMkLst>
        </pc:picChg>
        <pc:picChg chg="del">
          <ac:chgData name="Sai Charan" userId="7353ad3dc1898db9" providerId="LiveId" clId="{5A4CD40C-8285-4B7C-9C47-BC997EF465A2}" dt="2026-09-07T08:26:47.353" v="539" actId="478"/>
          <ac:picMkLst>
            <pc:docMk/>
            <pc:sldMk cId="0" sldId="260"/>
            <ac:picMk id="6" creationId="{00000000-0000-0000-0000-000000000000}"/>
          </ac:picMkLst>
        </pc:picChg>
        <pc:picChg chg="add">
          <ac:chgData name="Sai Charan" userId="7353ad3dc1898db9" providerId="LiveId" clId="{5A4CD40C-8285-4B7C-9C47-BC997EF465A2}" dt="2026-09-07T08:26:02.895" v="536" actId="22"/>
          <ac:picMkLst>
            <pc:docMk/>
            <pc:sldMk cId="0" sldId="260"/>
            <ac:picMk id="33" creationId="{DB72ECDC-8689-63D7-5BDE-7912F985E852}"/>
          </ac:picMkLst>
        </pc:picChg>
        <pc:cxnChg chg="add del mod">
          <ac:chgData name="Sai Charan" userId="7353ad3dc1898db9" providerId="LiveId" clId="{5A4CD40C-8285-4B7C-9C47-BC997EF465A2}" dt="2026-09-07T08:27:29.866" v="541" actId="478"/>
          <ac:cxnSpMkLst>
            <pc:docMk/>
            <pc:sldMk cId="0" sldId="260"/>
            <ac:cxnSpMk id="35" creationId="{B1AB0991-3B12-21F8-1CD2-64E984D6C00E}"/>
          </ac:cxnSpMkLst>
        </pc:cxnChg>
      </pc:sldChg>
      <pc:sldChg chg="addSp delSp modSp mod">
        <pc:chgData name="Sai Charan" userId="7353ad3dc1898db9" providerId="LiveId" clId="{5A4CD40C-8285-4B7C-9C47-BC997EF465A2}" dt="2026-09-07T17:28:33.863" v="1395"/>
        <pc:sldMkLst>
          <pc:docMk/>
          <pc:sldMk cId="0" sldId="261"/>
        </pc:sldMkLst>
        <pc:spChg chg="add mod">
          <ac:chgData name="Sai Charan" userId="7353ad3dc1898db9" providerId="LiveId" clId="{5A4CD40C-8285-4B7C-9C47-BC997EF465A2}" dt="2026-09-07T17:25:41.999" v="1389" actId="3626"/>
          <ac:spMkLst>
            <pc:docMk/>
            <pc:sldMk cId="0" sldId="261"/>
            <ac:spMk id="6" creationId="{EA5BAAEC-5FA2-3171-C29B-593685189739}"/>
          </ac:spMkLst>
        </pc:spChg>
        <pc:spChg chg="mod">
          <ac:chgData name="Sai Charan" userId="7353ad3dc1898db9" providerId="LiveId" clId="{5A4CD40C-8285-4B7C-9C47-BC997EF465A2}" dt="2026-09-07T08:30:45.041" v="564" actId="1076"/>
          <ac:spMkLst>
            <pc:docMk/>
            <pc:sldMk cId="0" sldId="261"/>
            <ac:spMk id="10" creationId="{00000000-0000-0000-0000-000000000000}"/>
          </ac:spMkLst>
        </pc:spChg>
        <pc:spChg chg="del">
          <ac:chgData name="Sai Charan" userId="7353ad3dc1898db9" providerId="LiveId" clId="{5A4CD40C-8285-4B7C-9C47-BC997EF465A2}" dt="2026-09-07T08:30:48.776" v="565" actId="478"/>
          <ac:spMkLst>
            <pc:docMk/>
            <pc:sldMk cId="0" sldId="261"/>
            <ac:spMk id="11" creationId="{00000000-0000-0000-0000-000000000000}"/>
          </ac:spMkLst>
        </pc:spChg>
        <pc:spChg chg="mod">
          <ac:chgData name="Sai Charan" userId="7353ad3dc1898db9" providerId="LiveId" clId="{5A4CD40C-8285-4B7C-9C47-BC997EF465A2}" dt="2026-09-07T11:43:16.893" v="1199" actId="255"/>
          <ac:spMkLst>
            <pc:docMk/>
            <pc:sldMk cId="0" sldId="261"/>
            <ac:spMk id="12" creationId="{00000000-0000-0000-0000-000000000000}"/>
          </ac:spMkLst>
        </pc:spChg>
        <pc:spChg chg="mod">
          <ac:chgData name="Sai Charan" userId="7353ad3dc1898db9" providerId="LiveId" clId="{5A4CD40C-8285-4B7C-9C47-BC997EF465A2}" dt="2026-09-07T11:43:07.053" v="1198" actId="255"/>
          <ac:spMkLst>
            <pc:docMk/>
            <pc:sldMk cId="0" sldId="261"/>
            <ac:spMk id="14" creationId="{00000000-0000-0000-0000-000000000000}"/>
          </ac:spMkLst>
        </pc:spChg>
        <pc:spChg chg="mod">
          <ac:chgData name="Sai Charan" userId="7353ad3dc1898db9" providerId="LiveId" clId="{5A4CD40C-8285-4B7C-9C47-BC997EF465A2}" dt="2026-09-07T10:53:42.674" v="911" actId="1035"/>
          <ac:spMkLst>
            <pc:docMk/>
            <pc:sldMk cId="0" sldId="261"/>
            <ac:spMk id="17" creationId="{00000000-0000-0000-0000-000000000000}"/>
          </ac:spMkLst>
        </pc:spChg>
        <pc:spChg chg="mod">
          <ac:chgData name="Sai Charan" userId="7353ad3dc1898db9" providerId="LiveId" clId="{5A4CD40C-8285-4B7C-9C47-BC997EF465A2}" dt="2026-09-07T08:32:30.274" v="724" actId="1035"/>
          <ac:spMkLst>
            <pc:docMk/>
            <pc:sldMk cId="0" sldId="261"/>
            <ac:spMk id="18" creationId="{00000000-0000-0000-0000-000000000000}"/>
          </ac:spMkLst>
        </pc:spChg>
        <pc:spChg chg="mod">
          <ac:chgData name="Sai Charan" userId="7353ad3dc1898db9" providerId="LiveId" clId="{5A4CD40C-8285-4B7C-9C47-BC997EF465A2}" dt="2026-09-07T08:33:36.051" v="747" actId="1076"/>
          <ac:spMkLst>
            <pc:docMk/>
            <pc:sldMk cId="0" sldId="261"/>
            <ac:spMk id="19" creationId="{00000000-0000-0000-0000-000000000000}"/>
          </ac:spMkLst>
        </pc:spChg>
        <pc:spChg chg="del mod">
          <ac:chgData name="Sai Charan" userId="7353ad3dc1898db9" providerId="LiveId" clId="{5A4CD40C-8285-4B7C-9C47-BC997EF465A2}" dt="2026-09-07T08:31:40.857" v="694" actId="478"/>
          <ac:spMkLst>
            <pc:docMk/>
            <pc:sldMk cId="0" sldId="261"/>
            <ac:spMk id="20" creationId="{00000000-0000-0000-0000-000000000000}"/>
          </ac:spMkLst>
        </pc:spChg>
        <pc:spChg chg="del mod">
          <ac:chgData name="Sai Charan" userId="7353ad3dc1898db9" providerId="LiveId" clId="{5A4CD40C-8285-4B7C-9C47-BC997EF465A2}" dt="2026-09-07T08:37:48.093" v="821" actId="478"/>
          <ac:spMkLst>
            <pc:docMk/>
            <pc:sldMk cId="0" sldId="261"/>
            <ac:spMk id="22" creationId="{00000000-0000-0000-0000-000000000000}"/>
          </ac:spMkLst>
        </pc:spChg>
        <pc:spChg chg="del mod">
          <ac:chgData name="Sai Charan" userId="7353ad3dc1898db9" providerId="LiveId" clId="{5A4CD40C-8285-4B7C-9C47-BC997EF465A2}" dt="2026-09-07T08:37:56.486" v="824" actId="478"/>
          <ac:spMkLst>
            <pc:docMk/>
            <pc:sldMk cId="0" sldId="261"/>
            <ac:spMk id="23" creationId="{00000000-0000-0000-0000-000000000000}"/>
          </ac:spMkLst>
        </pc:spChg>
        <pc:spChg chg="del mod">
          <ac:chgData name="Sai Charan" userId="7353ad3dc1898db9" providerId="LiveId" clId="{5A4CD40C-8285-4B7C-9C47-BC997EF465A2}" dt="2026-09-07T08:38:16.052" v="829" actId="478"/>
          <ac:spMkLst>
            <pc:docMk/>
            <pc:sldMk cId="0" sldId="261"/>
            <ac:spMk id="24" creationId="{00000000-0000-0000-0000-000000000000}"/>
          </ac:spMkLst>
        </pc:spChg>
        <pc:spChg chg="del">
          <ac:chgData name="Sai Charan" userId="7353ad3dc1898db9" providerId="LiveId" clId="{5A4CD40C-8285-4B7C-9C47-BC997EF465A2}" dt="2026-09-07T08:38:21.161" v="830" actId="478"/>
          <ac:spMkLst>
            <pc:docMk/>
            <pc:sldMk cId="0" sldId="261"/>
            <ac:spMk id="25" creationId="{00000000-0000-0000-0000-000000000000}"/>
          </ac:spMkLst>
        </pc:spChg>
        <pc:spChg chg="del mod">
          <ac:chgData name="Sai Charan" userId="7353ad3dc1898db9" providerId="LiveId" clId="{5A4CD40C-8285-4B7C-9C47-BC997EF465A2}" dt="2026-09-07T08:38:40.227" v="834" actId="478"/>
          <ac:spMkLst>
            <pc:docMk/>
            <pc:sldMk cId="0" sldId="261"/>
            <ac:spMk id="26" creationId="{00000000-0000-0000-0000-000000000000}"/>
          </ac:spMkLst>
        </pc:spChg>
        <pc:spChg chg="del mod">
          <ac:chgData name="Sai Charan" userId="7353ad3dc1898db9" providerId="LiveId" clId="{5A4CD40C-8285-4B7C-9C47-BC997EF465A2}" dt="2026-09-07T08:38:50.566" v="836" actId="478"/>
          <ac:spMkLst>
            <pc:docMk/>
            <pc:sldMk cId="0" sldId="261"/>
            <ac:spMk id="27" creationId="{00000000-0000-0000-0000-000000000000}"/>
          </ac:spMkLst>
        </pc:spChg>
        <pc:spChg chg="mod">
          <ac:chgData name="Sai Charan" userId="7353ad3dc1898db9" providerId="LiveId" clId="{5A4CD40C-8285-4B7C-9C47-BC997EF465A2}" dt="2026-09-07T08:32:30.274" v="724" actId="1035"/>
          <ac:spMkLst>
            <pc:docMk/>
            <pc:sldMk cId="0" sldId="261"/>
            <ac:spMk id="28" creationId="{00000000-0000-0000-0000-000000000000}"/>
          </ac:spMkLst>
        </pc:spChg>
        <pc:spChg chg="mod">
          <ac:chgData name="Sai Charan" userId="7353ad3dc1898db9" providerId="LiveId" clId="{5A4CD40C-8285-4B7C-9C47-BC997EF465A2}" dt="2026-09-07T08:32:30.274" v="724" actId="1035"/>
          <ac:spMkLst>
            <pc:docMk/>
            <pc:sldMk cId="0" sldId="261"/>
            <ac:spMk id="29" creationId="{00000000-0000-0000-0000-000000000000}"/>
          </ac:spMkLst>
        </pc:spChg>
        <pc:spChg chg="mod">
          <ac:chgData name="Sai Charan" userId="7353ad3dc1898db9" providerId="LiveId" clId="{5A4CD40C-8285-4B7C-9C47-BC997EF465A2}" dt="2026-09-07T08:33:05.797" v="743" actId="1076"/>
          <ac:spMkLst>
            <pc:docMk/>
            <pc:sldMk cId="0" sldId="261"/>
            <ac:spMk id="30" creationId="{00000000-0000-0000-0000-000000000000}"/>
          </ac:spMkLst>
        </pc:spChg>
        <pc:spChg chg="mod">
          <ac:chgData name="Sai Charan" userId="7353ad3dc1898db9" providerId="LiveId" clId="{5A4CD40C-8285-4B7C-9C47-BC997EF465A2}" dt="2026-09-07T08:33:40.174" v="748" actId="1076"/>
          <ac:spMkLst>
            <pc:docMk/>
            <pc:sldMk cId="0" sldId="261"/>
            <ac:spMk id="31" creationId="{00000000-0000-0000-0000-000000000000}"/>
          </ac:spMkLst>
        </pc:spChg>
        <pc:spChg chg="mod">
          <ac:chgData name="Sai Charan" userId="7353ad3dc1898db9" providerId="LiveId" clId="{5A4CD40C-8285-4B7C-9C47-BC997EF465A2}" dt="2026-09-07T08:33:50.750" v="750" actId="1076"/>
          <ac:spMkLst>
            <pc:docMk/>
            <pc:sldMk cId="0" sldId="261"/>
            <ac:spMk id="32" creationId="{00000000-0000-0000-0000-000000000000}"/>
          </ac:spMkLst>
        </pc:spChg>
        <pc:spChg chg="del mod">
          <ac:chgData name="Sai Charan" userId="7353ad3dc1898db9" providerId="LiveId" clId="{5A4CD40C-8285-4B7C-9C47-BC997EF465A2}" dt="2026-09-07T08:31:36.611" v="691" actId="478"/>
          <ac:spMkLst>
            <pc:docMk/>
            <pc:sldMk cId="0" sldId="261"/>
            <ac:spMk id="33" creationId="{00000000-0000-0000-0000-000000000000}"/>
          </ac:spMkLst>
        </pc:spChg>
        <pc:spChg chg="del">
          <ac:chgData name="Sai Charan" userId="7353ad3dc1898db9" providerId="LiveId" clId="{5A4CD40C-8285-4B7C-9C47-BC997EF465A2}" dt="2026-09-07T08:27:47.251" v="542" actId="478"/>
          <ac:spMkLst>
            <pc:docMk/>
            <pc:sldMk cId="0" sldId="261"/>
            <ac:spMk id="43" creationId="{00000000-0000-0000-0000-000000000000}"/>
          </ac:spMkLst>
        </pc:spChg>
        <pc:spChg chg="mod">
          <ac:chgData name="Sai Charan" userId="7353ad3dc1898db9" providerId="LiveId" clId="{5A4CD40C-8285-4B7C-9C47-BC997EF465A2}" dt="2026-09-07T11:11:08.134" v="1021" actId="20577"/>
          <ac:spMkLst>
            <pc:docMk/>
            <pc:sldMk cId="0" sldId="261"/>
            <ac:spMk id="44" creationId="{00000000-0000-0000-0000-000000000000}"/>
          </ac:spMkLst>
        </pc:spChg>
        <pc:spChg chg="add">
          <ac:chgData name="Sai Charan" userId="7353ad3dc1898db9" providerId="LiveId" clId="{5A4CD40C-8285-4B7C-9C47-BC997EF465A2}" dt="2026-09-07T08:30:56.155" v="566" actId="22"/>
          <ac:spMkLst>
            <pc:docMk/>
            <pc:sldMk cId="0" sldId="261"/>
            <ac:spMk id="48" creationId="{6360BB19-9161-E7DB-69E2-FFCF275763CA}"/>
          </ac:spMkLst>
        </pc:spChg>
        <pc:spChg chg="add del">
          <ac:chgData name="Sai Charan" userId="7353ad3dc1898db9" providerId="LiveId" clId="{5A4CD40C-8285-4B7C-9C47-BC997EF465A2}" dt="2026-09-07T08:39:26.586" v="839" actId="478"/>
          <ac:spMkLst>
            <pc:docMk/>
            <pc:sldMk cId="0" sldId="261"/>
            <ac:spMk id="50" creationId="{E5404986-6052-3BEA-A280-03814D99E6CD}"/>
          </ac:spMkLst>
        </pc:spChg>
        <pc:spChg chg="add mod">
          <ac:chgData name="Sai Charan" userId="7353ad3dc1898db9" providerId="LiveId" clId="{5A4CD40C-8285-4B7C-9C47-BC997EF465A2}" dt="2026-09-07T08:40:46.039" v="845" actId="12"/>
          <ac:spMkLst>
            <pc:docMk/>
            <pc:sldMk cId="0" sldId="261"/>
            <ac:spMk id="52" creationId="{05D8872A-3AF0-F854-ABF3-4C6D9F1E1CA7}"/>
          </ac:spMkLst>
        </pc:spChg>
        <pc:spChg chg="add mod">
          <ac:chgData name="Sai Charan" userId="7353ad3dc1898db9" providerId="LiveId" clId="{5A4CD40C-8285-4B7C-9C47-BC997EF465A2}" dt="2026-09-07T08:41:50.178" v="851" actId="20577"/>
          <ac:spMkLst>
            <pc:docMk/>
            <pc:sldMk cId="0" sldId="261"/>
            <ac:spMk id="54" creationId="{70278916-B5A5-01CD-F698-D1E1C61E800D}"/>
          </ac:spMkLst>
        </pc:spChg>
        <pc:spChg chg="add del mod">
          <ac:chgData name="Sai Charan" userId="7353ad3dc1898db9" providerId="LiveId" clId="{5A4CD40C-8285-4B7C-9C47-BC997EF465A2}" dt="2026-09-07T08:46:26.282" v="856" actId="478"/>
          <ac:spMkLst>
            <pc:docMk/>
            <pc:sldMk cId="0" sldId="261"/>
            <ac:spMk id="56" creationId="{04ABE1FF-F61C-5EE1-4716-282F1585531A}"/>
          </ac:spMkLst>
        </pc:spChg>
        <pc:spChg chg="add mod">
          <ac:chgData name="Sai Charan" userId="7353ad3dc1898db9" providerId="LiveId" clId="{5A4CD40C-8285-4B7C-9C47-BC997EF465A2}" dt="2026-09-07T08:47:59.630" v="864" actId="20577"/>
          <ac:spMkLst>
            <pc:docMk/>
            <pc:sldMk cId="0" sldId="261"/>
            <ac:spMk id="58" creationId="{801C3122-A732-5420-E9F7-37049F9C33E7}"/>
          </ac:spMkLst>
        </pc:spChg>
        <pc:spChg chg="add mod">
          <ac:chgData name="Sai Charan" userId="7353ad3dc1898db9" providerId="LiveId" clId="{5A4CD40C-8285-4B7C-9C47-BC997EF465A2}" dt="2026-09-07T08:49:00.690" v="869" actId="1076"/>
          <ac:spMkLst>
            <pc:docMk/>
            <pc:sldMk cId="0" sldId="261"/>
            <ac:spMk id="60" creationId="{44B97814-2D6C-19E0-0F44-D73AE0800DC2}"/>
          </ac:spMkLst>
        </pc:spChg>
        <pc:spChg chg="add mod">
          <ac:chgData name="Sai Charan" userId="7353ad3dc1898db9" providerId="LiveId" clId="{5A4CD40C-8285-4B7C-9C47-BC997EF465A2}" dt="2026-09-07T08:51:55.511" v="881" actId="14100"/>
          <ac:spMkLst>
            <pc:docMk/>
            <pc:sldMk cId="0" sldId="261"/>
            <ac:spMk id="62" creationId="{32F1E85A-8622-ED72-A334-F00E9DAB64E9}"/>
          </ac:spMkLst>
        </pc:spChg>
        <pc:spChg chg="add del mod">
          <ac:chgData name="Sai Charan" userId="7353ad3dc1898db9" providerId="LiveId" clId="{5A4CD40C-8285-4B7C-9C47-BC997EF465A2}" dt="2026-09-07T17:23:29.514" v="1383" actId="478"/>
          <ac:spMkLst>
            <pc:docMk/>
            <pc:sldMk cId="0" sldId="261"/>
            <ac:spMk id="64" creationId="{7845C572-93E7-2579-6350-A20FB37D6BCB}"/>
          </ac:spMkLst>
        </pc:spChg>
        <pc:spChg chg="add mod">
          <ac:chgData name="Sai Charan" userId="7353ad3dc1898db9" providerId="LiveId" clId="{5A4CD40C-8285-4B7C-9C47-BC997EF465A2}" dt="2026-09-07T08:53:40.464" v="890" actId="1076"/>
          <ac:spMkLst>
            <pc:docMk/>
            <pc:sldMk cId="0" sldId="261"/>
            <ac:spMk id="66" creationId="{D811E2DA-8B4A-9B9A-C768-2AB9199EF810}"/>
          </ac:spMkLst>
        </pc:spChg>
        <pc:spChg chg="add mod">
          <ac:chgData name="Sai Charan" userId="7353ad3dc1898db9" providerId="LiveId" clId="{5A4CD40C-8285-4B7C-9C47-BC997EF465A2}" dt="2026-09-07T17:28:33.863" v="1395"/>
          <ac:spMkLst>
            <pc:docMk/>
            <pc:sldMk cId="0" sldId="261"/>
            <ac:spMk id="68" creationId="{91EB52C6-E699-73CE-837F-89C87EAF7E2B}"/>
          </ac:spMkLst>
        </pc:spChg>
        <pc:picChg chg="del">
          <ac:chgData name="Sai Charan" userId="7353ad3dc1898db9" providerId="LiveId" clId="{5A4CD40C-8285-4B7C-9C47-BC997EF465A2}" dt="2026-09-07T07:52:46.909" v="138" actId="478"/>
          <ac:picMkLst>
            <pc:docMk/>
            <pc:sldMk cId="0" sldId="261"/>
            <ac:picMk id="2" creationId="{00000000-0000-0000-0000-000000000000}"/>
          </ac:picMkLst>
        </pc:picChg>
        <pc:picChg chg="mod">
          <ac:chgData name="Sai Charan" userId="7353ad3dc1898db9" providerId="LiveId" clId="{5A4CD40C-8285-4B7C-9C47-BC997EF465A2}" dt="2026-09-07T08:32:30.274" v="724" actId="1035"/>
          <ac:picMkLst>
            <pc:docMk/>
            <pc:sldMk cId="0" sldId="261"/>
            <ac:picMk id="3" creationId="{00000000-0000-0000-0000-000000000000}"/>
          </ac:picMkLst>
        </pc:picChg>
        <pc:picChg chg="mod">
          <ac:chgData name="Sai Charan" userId="7353ad3dc1898db9" providerId="LiveId" clId="{5A4CD40C-8285-4B7C-9C47-BC997EF465A2}" dt="2026-09-07T08:33:20.937" v="745" actId="14100"/>
          <ac:picMkLst>
            <pc:docMk/>
            <pc:sldMk cId="0" sldId="261"/>
            <ac:picMk id="4" creationId="{00000000-0000-0000-0000-000000000000}"/>
          </ac:picMkLst>
        </pc:picChg>
        <pc:picChg chg="mod">
          <ac:chgData name="Sai Charan" userId="7353ad3dc1898db9" providerId="LiveId" clId="{5A4CD40C-8285-4B7C-9C47-BC997EF465A2}" dt="2026-09-07T08:34:12.902" v="753" actId="1076"/>
          <ac:picMkLst>
            <pc:docMk/>
            <pc:sldMk cId="0" sldId="261"/>
            <ac:picMk id="5" creationId="{00000000-0000-0000-0000-000000000000}"/>
          </ac:picMkLst>
        </pc:picChg>
        <pc:picChg chg="del">
          <ac:chgData name="Sai Charan" userId="7353ad3dc1898db9" providerId="LiveId" clId="{5A4CD40C-8285-4B7C-9C47-BC997EF465A2}" dt="2026-09-07T08:31:21.142" v="567" actId="478"/>
          <ac:picMkLst>
            <pc:docMk/>
            <pc:sldMk cId="0" sldId="261"/>
            <ac:picMk id="6" creationId="{00000000-0000-0000-0000-000000000000}"/>
          </ac:picMkLst>
        </pc:picChg>
        <pc:picChg chg="add del">
          <ac:chgData name="Sai Charan" userId="7353ad3dc1898db9" providerId="LiveId" clId="{5A4CD40C-8285-4B7C-9C47-BC997EF465A2}" dt="2026-09-07T08:38:07.930" v="827" actId="478"/>
          <ac:picMkLst>
            <pc:docMk/>
            <pc:sldMk cId="0" sldId="261"/>
            <ac:picMk id="8" creationId="{00000000-0000-0000-0000-000000000000}"/>
          </ac:picMkLst>
        </pc:picChg>
        <pc:picChg chg="del">
          <ac:chgData name="Sai Charan" userId="7353ad3dc1898db9" providerId="LiveId" clId="{5A4CD40C-8285-4B7C-9C47-BC997EF465A2}" dt="2026-09-07T09:06:18.846" v="909" actId="478"/>
          <ac:picMkLst>
            <pc:docMk/>
            <pc:sldMk cId="0" sldId="261"/>
            <ac:picMk id="16" creationId="{00000000-0000-0000-0000-000000000000}"/>
          </ac:picMkLst>
        </pc:picChg>
        <pc:picChg chg="del">
          <ac:chgData name="Sai Charan" userId="7353ad3dc1898db9" providerId="LiveId" clId="{5A4CD40C-8285-4B7C-9C47-BC997EF465A2}" dt="2026-09-07T09:06:22.138" v="910" actId="478"/>
          <ac:picMkLst>
            <pc:docMk/>
            <pc:sldMk cId="0" sldId="261"/>
            <ac:picMk id="21" creationId="{00000000-0000-0000-0000-000000000000}"/>
          </ac:picMkLst>
        </pc:picChg>
        <pc:picChg chg="del">
          <ac:chgData name="Sai Charan" userId="7353ad3dc1898db9" providerId="LiveId" clId="{5A4CD40C-8285-4B7C-9C47-BC997EF465A2}" dt="2026-09-07T08:38:00.005" v="825" actId="478"/>
          <ac:picMkLst>
            <pc:docMk/>
            <pc:sldMk cId="0" sldId="261"/>
            <ac:picMk id="34" creationId="{00000000-0000-0000-0000-000000000000}"/>
          </ac:picMkLst>
        </pc:picChg>
        <pc:picChg chg="del">
          <ac:chgData name="Sai Charan" userId="7353ad3dc1898db9" providerId="LiveId" clId="{5A4CD40C-8285-4B7C-9C47-BC997EF465A2}" dt="2026-09-07T08:38:27.231" v="831" actId="478"/>
          <ac:picMkLst>
            <pc:docMk/>
            <pc:sldMk cId="0" sldId="261"/>
            <ac:picMk id="35" creationId="{00000000-0000-0000-0000-000000000000}"/>
          </ac:picMkLst>
        </pc:picChg>
        <pc:picChg chg="del">
          <ac:chgData name="Sai Charan" userId="7353ad3dc1898db9" providerId="LiveId" clId="{5A4CD40C-8285-4B7C-9C47-BC997EF465A2}" dt="2026-09-07T08:38:53.504" v="837" actId="478"/>
          <ac:picMkLst>
            <pc:docMk/>
            <pc:sldMk cId="0" sldId="261"/>
            <ac:picMk id="36" creationId="{00000000-0000-0000-0000-000000000000}"/>
          </ac:picMkLst>
        </pc:picChg>
        <pc:picChg chg="mod">
          <ac:chgData name="Sai Charan" userId="7353ad3dc1898db9" providerId="LiveId" clId="{5A4CD40C-8285-4B7C-9C47-BC997EF465A2}" dt="2026-09-07T08:33:11.142" v="744" actId="1076"/>
          <ac:picMkLst>
            <pc:docMk/>
            <pc:sldMk cId="0" sldId="261"/>
            <ac:picMk id="39" creationId="{00000000-0000-0000-0000-000000000000}"/>
          </ac:picMkLst>
        </pc:picChg>
        <pc:picChg chg="mod">
          <ac:chgData name="Sai Charan" userId="7353ad3dc1898db9" providerId="LiveId" clId="{5A4CD40C-8285-4B7C-9C47-BC997EF465A2}" dt="2026-09-07T08:33:45.713" v="749" actId="1076"/>
          <ac:picMkLst>
            <pc:docMk/>
            <pc:sldMk cId="0" sldId="261"/>
            <ac:picMk id="40" creationId="{00000000-0000-0000-0000-000000000000}"/>
          </ac:picMkLst>
        </pc:picChg>
        <pc:picChg chg="mod">
          <ac:chgData name="Sai Charan" userId="7353ad3dc1898db9" providerId="LiveId" clId="{5A4CD40C-8285-4B7C-9C47-BC997EF465A2}" dt="2026-09-07T08:33:56.142" v="751" actId="1076"/>
          <ac:picMkLst>
            <pc:docMk/>
            <pc:sldMk cId="0" sldId="261"/>
            <ac:picMk id="41" creationId="{00000000-0000-0000-0000-000000000000}"/>
          </ac:picMkLst>
        </pc:picChg>
        <pc:picChg chg="del">
          <ac:chgData name="Sai Charan" userId="7353ad3dc1898db9" providerId="LiveId" clId="{5A4CD40C-8285-4B7C-9C47-BC997EF465A2}" dt="2026-09-07T08:31:42.719" v="695" actId="478"/>
          <ac:picMkLst>
            <pc:docMk/>
            <pc:sldMk cId="0" sldId="261"/>
            <ac:picMk id="42" creationId="{00000000-0000-0000-0000-000000000000}"/>
          </ac:picMkLst>
        </pc:picChg>
        <pc:picChg chg="add">
          <ac:chgData name="Sai Charan" userId="7353ad3dc1898db9" providerId="LiveId" clId="{5A4CD40C-8285-4B7C-9C47-BC997EF465A2}" dt="2026-09-07T08:30:29.485" v="563" actId="22"/>
          <ac:picMkLst>
            <pc:docMk/>
            <pc:sldMk cId="0" sldId="261"/>
            <ac:picMk id="46" creationId="{7DD779A1-840A-1241-A2C8-A470D00E581D}"/>
          </ac:picMkLst>
        </pc:picChg>
      </pc:sldChg>
      <pc:sldChg chg="addSp delSp modSp new mod">
        <pc:chgData name="Sai Charan" userId="7353ad3dc1898db9" providerId="LiveId" clId="{5A4CD40C-8285-4B7C-9C47-BC997EF465A2}" dt="2026-09-07T14:37:55.938" v="1380" actId="20577"/>
        <pc:sldMkLst>
          <pc:docMk/>
          <pc:sldMk cId="1943510768" sldId="262"/>
        </pc:sldMkLst>
        <pc:spChg chg="add mod">
          <ac:chgData name="Sai Charan" userId="7353ad3dc1898db9" providerId="LiveId" clId="{5A4CD40C-8285-4B7C-9C47-BC997EF465A2}" dt="2026-09-07T14:30:44.162" v="1346" actId="1076"/>
          <ac:spMkLst>
            <pc:docMk/>
            <pc:sldMk cId="1943510768" sldId="262"/>
            <ac:spMk id="2" creationId="{2EE9D36B-FA63-AFEB-A53E-9D47D4207D77}"/>
          </ac:spMkLst>
        </pc:spChg>
        <pc:spChg chg="add del mod">
          <ac:chgData name="Sai Charan" userId="7353ad3dc1898db9" providerId="LiveId" clId="{5A4CD40C-8285-4B7C-9C47-BC997EF465A2}" dt="2026-09-07T11:52:45.291" v="1210"/>
          <ac:spMkLst>
            <pc:docMk/>
            <pc:sldMk cId="1943510768" sldId="262"/>
            <ac:spMk id="2" creationId="{C648905F-4073-FD1A-8DA1-D311D1E94C44}"/>
          </ac:spMkLst>
        </pc:spChg>
        <pc:spChg chg="add mod">
          <ac:chgData name="Sai Charan" userId="7353ad3dc1898db9" providerId="LiveId" clId="{5A4CD40C-8285-4B7C-9C47-BC997EF465A2}" dt="2026-09-07T14:27:44.714" v="1306" actId="113"/>
          <ac:spMkLst>
            <pc:docMk/>
            <pc:sldMk cId="1943510768" sldId="262"/>
            <ac:spMk id="6" creationId="{62A2DA56-DC8B-2D1B-3BC0-66FCD1213D27}"/>
          </ac:spMkLst>
        </pc:spChg>
        <pc:spChg chg="add">
          <ac:chgData name="Sai Charan" userId="7353ad3dc1898db9" providerId="LiveId" clId="{5A4CD40C-8285-4B7C-9C47-BC997EF465A2}" dt="2026-09-07T11:57:26.022" v="1237" actId="22"/>
          <ac:spMkLst>
            <pc:docMk/>
            <pc:sldMk cId="1943510768" sldId="262"/>
            <ac:spMk id="8" creationId="{09B4F415-CFDC-E670-0442-DACAC72AAB48}"/>
          </ac:spMkLst>
        </pc:spChg>
        <pc:spChg chg="add mod">
          <ac:chgData name="Sai Charan" userId="7353ad3dc1898db9" providerId="LiveId" clId="{5A4CD40C-8285-4B7C-9C47-BC997EF465A2}" dt="2026-09-07T11:58:12.946" v="1243" actId="12"/>
          <ac:spMkLst>
            <pc:docMk/>
            <pc:sldMk cId="1943510768" sldId="262"/>
            <ac:spMk id="10" creationId="{A6B9DD75-B28E-337D-D6B4-BE496FCACF74}"/>
          </ac:spMkLst>
        </pc:spChg>
        <pc:spChg chg="add mod">
          <ac:chgData name="Sai Charan" userId="7353ad3dc1898db9" providerId="LiveId" clId="{5A4CD40C-8285-4B7C-9C47-BC997EF465A2}" dt="2026-09-07T11:59:22.371" v="1249" actId="20577"/>
          <ac:spMkLst>
            <pc:docMk/>
            <pc:sldMk cId="1943510768" sldId="262"/>
            <ac:spMk id="14" creationId="{0731B007-BB17-03AD-0AE1-F0CA5B98A22E}"/>
          </ac:spMkLst>
        </pc:spChg>
        <pc:spChg chg="add mod">
          <ac:chgData name="Sai Charan" userId="7353ad3dc1898db9" providerId="LiveId" clId="{5A4CD40C-8285-4B7C-9C47-BC997EF465A2}" dt="2026-09-07T14:27:52.485" v="1307" actId="12"/>
          <ac:spMkLst>
            <pc:docMk/>
            <pc:sldMk cId="1943510768" sldId="262"/>
            <ac:spMk id="16" creationId="{BA3B4797-99B9-36F2-9D3A-E1106FF39E14}"/>
          </ac:spMkLst>
        </pc:spChg>
        <pc:spChg chg="add mod">
          <ac:chgData name="Sai Charan" userId="7353ad3dc1898db9" providerId="LiveId" clId="{5A4CD40C-8285-4B7C-9C47-BC997EF465A2}" dt="2026-09-07T12:00:50.369" v="1259" actId="20577"/>
          <ac:spMkLst>
            <pc:docMk/>
            <pc:sldMk cId="1943510768" sldId="262"/>
            <ac:spMk id="18" creationId="{D1DBA99F-1D64-E365-C8AA-8A0D3B9654E6}"/>
          </ac:spMkLst>
        </pc:spChg>
        <pc:spChg chg="add mod">
          <ac:chgData name="Sai Charan" userId="7353ad3dc1898db9" providerId="LiveId" clId="{5A4CD40C-8285-4B7C-9C47-BC997EF465A2}" dt="2026-09-07T14:27:56.993" v="1309" actId="12"/>
          <ac:spMkLst>
            <pc:docMk/>
            <pc:sldMk cId="1943510768" sldId="262"/>
            <ac:spMk id="20" creationId="{31D6B1D1-A1F2-9E27-2508-6617AF162B58}"/>
          </ac:spMkLst>
        </pc:spChg>
        <pc:spChg chg="add mod">
          <ac:chgData name="Sai Charan" userId="7353ad3dc1898db9" providerId="LiveId" clId="{5A4CD40C-8285-4B7C-9C47-BC997EF465A2}" dt="2026-09-07T12:02:01.905" v="1269" actId="20577"/>
          <ac:spMkLst>
            <pc:docMk/>
            <pc:sldMk cId="1943510768" sldId="262"/>
            <ac:spMk id="22" creationId="{08B68EBE-6BE2-8074-2269-740DC87C5B76}"/>
          </ac:spMkLst>
        </pc:spChg>
        <pc:spChg chg="add mod">
          <ac:chgData name="Sai Charan" userId="7353ad3dc1898db9" providerId="LiveId" clId="{5A4CD40C-8285-4B7C-9C47-BC997EF465A2}" dt="2026-09-07T14:28:00.042" v="1310" actId="12"/>
          <ac:spMkLst>
            <pc:docMk/>
            <pc:sldMk cId="1943510768" sldId="262"/>
            <ac:spMk id="24" creationId="{CBD1AF1D-8CEA-E54F-AA0E-BF26E7DB9CC4}"/>
          </ac:spMkLst>
        </pc:spChg>
        <pc:spChg chg="add mod">
          <ac:chgData name="Sai Charan" userId="7353ad3dc1898db9" providerId="LiveId" clId="{5A4CD40C-8285-4B7C-9C47-BC997EF465A2}" dt="2026-09-07T12:04:32.752" v="1291" actId="1076"/>
          <ac:spMkLst>
            <pc:docMk/>
            <pc:sldMk cId="1943510768" sldId="262"/>
            <ac:spMk id="26" creationId="{BAE2A405-A398-2772-31F8-F85139B150CB}"/>
          </ac:spMkLst>
        </pc:spChg>
        <pc:spChg chg="add mod">
          <ac:chgData name="Sai Charan" userId="7353ad3dc1898db9" providerId="LiveId" clId="{5A4CD40C-8285-4B7C-9C47-BC997EF465A2}" dt="2026-09-07T14:28:03.991" v="1311" actId="12"/>
          <ac:spMkLst>
            <pc:docMk/>
            <pc:sldMk cId="1943510768" sldId="262"/>
            <ac:spMk id="28" creationId="{B993DA31-013B-6BCE-95B7-B3D267F4EDBB}"/>
          </ac:spMkLst>
        </pc:spChg>
        <pc:spChg chg="add del mod">
          <ac:chgData name="Sai Charan" userId="7353ad3dc1898db9" providerId="LiveId" clId="{5A4CD40C-8285-4B7C-9C47-BC997EF465A2}" dt="2026-09-07T12:05:18.196" v="1298"/>
          <ac:spMkLst>
            <pc:docMk/>
            <pc:sldMk cId="1943510768" sldId="262"/>
            <ac:spMk id="31" creationId="{5D2243D2-0668-5DEE-8AFF-7B716AC931EB}"/>
          </ac:spMkLst>
        </pc:spChg>
        <pc:spChg chg="add mod">
          <ac:chgData name="Sai Charan" userId="7353ad3dc1898db9" providerId="LiveId" clId="{5A4CD40C-8285-4B7C-9C47-BC997EF465A2}" dt="2026-09-07T12:06:17.191" v="1305" actId="1076"/>
          <ac:spMkLst>
            <pc:docMk/>
            <pc:sldMk cId="1943510768" sldId="262"/>
            <ac:spMk id="35" creationId="{B49F5487-C773-710D-EA2B-E086F6228CAD}"/>
          </ac:spMkLst>
        </pc:spChg>
        <pc:graphicFrameChg chg="add mod modGraphic">
          <ac:chgData name="Sai Charan" userId="7353ad3dc1898db9" providerId="LiveId" clId="{5A4CD40C-8285-4B7C-9C47-BC997EF465A2}" dt="2026-09-07T14:37:55.938" v="1380" actId="20577"/>
          <ac:graphicFrameMkLst>
            <pc:docMk/>
            <pc:sldMk cId="1943510768" sldId="262"/>
            <ac:graphicFrameMk id="4" creationId="{8683D16C-C0A4-5826-3E1A-1348E035C01D}"/>
          </ac:graphicFrameMkLst>
        </pc:graphicFrameChg>
        <pc:picChg chg="add del mod">
          <ac:chgData name="Sai Charan" userId="7353ad3dc1898db9" providerId="LiveId" clId="{5A4CD40C-8285-4B7C-9C47-BC997EF465A2}" dt="2026-09-07T11:59:01.113" v="1246" actId="478"/>
          <ac:picMkLst>
            <pc:docMk/>
            <pc:sldMk cId="1943510768" sldId="262"/>
            <ac:picMk id="12" creationId="{ED896543-E4DE-A0F4-CCC8-CC53CD7E2BFD}"/>
          </ac:picMkLst>
        </pc:picChg>
        <pc:picChg chg="add mod">
          <ac:chgData name="Sai Charan" userId="7353ad3dc1898db9" providerId="LiveId" clId="{5A4CD40C-8285-4B7C-9C47-BC997EF465A2}" dt="2026-09-07T12:04:59.477" v="1293" actId="14100"/>
          <ac:picMkLst>
            <pc:docMk/>
            <pc:sldMk cId="1943510768" sldId="262"/>
            <ac:picMk id="30" creationId="{00709FA6-F971-6887-3459-18BC7689752B}"/>
          </ac:picMkLst>
        </pc:picChg>
        <pc:picChg chg="add del">
          <ac:chgData name="Sai Charan" userId="7353ad3dc1898db9" providerId="LiveId" clId="{5A4CD40C-8285-4B7C-9C47-BC997EF465A2}" dt="2026-09-07T12:05:18.196" v="1296" actId="478"/>
          <ac:picMkLst>
            <pc:docMk/>
            <pc:sldMk cId="1943510768" sldId="262"/>
            <ac:picMk id="33" creationId="{F2B04FAD-859D-BBFB-6E51-9897646150EC}"/>
          </ac:picMkLst>
        </pc:picChg>
      </pc:sldChg>
      <pc:sldChg chg="new del">
        <pc:chgData name="Sai Charan" userId="7353ad3dc1898db9" providerId="LiveId" clId="{5A4CD40C-8285-4B7C-9C47-BC997EF465A2}" dt="2026-09-07T09:03:35.433" v="906" actId="2696"/>
        <pc:sldMkLst>
          <pc:docMk/>
          <pc:sldMk cId="2851006912" sldId="262"/>
        </pc:sldMkLst>
      </pc:sldChg>
      <pc:sldChg chg="del">
        <pc:chgData name="Sai Charan" userId="7353ad3dc1898db9" providerId="LiveId" clId="{5A4CD40C-8285-4B7C-9C47-BC997EF465A2}" dt="2026-09-07T07:53:02.942" v="139" actId="47"/>
        <pc:sldMkLst>
          <pc:docMk/>
          <pc:sldMk cId="3031944138" sldId="262"/>
        </pc:sldMkLst>
      </pc:sldChg>
      <pc:sldChg chg="new del ord">
        <pc:chgData name="Sai Charan" userId="7353ad3dc1898db9" providerId="LiveId" clId="{5A4CD40C-8285-4B7C-9C47-BC997EF465A2}" dt="2026-09-07T09:02:02.863" v="901" actId="2696"/>
        <pc:sldMkLst>
          <pc:docMk/>
          <pc:sldMk cId="4061863505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827A3E-5A33-4371-8E8B-A3F8CA9618C0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28352-3523-4AF7-A0EE-5210601E2C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348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D28352-3523-4AF7-A0EE-5210601E2C1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065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9920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2" Type="http://schemas.openxmlformats.org/officeDocument/2006/relationships/image" Target="../media/image2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28" Type="http://schemas.openxmlformats.org/officeDocument/2006/relationships/image" Target="../media/image36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Relationship Id="rId27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hyperlink" Target="https://anuvaad.bhashini.gov.in/" TargetMode="External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hyperlink" Target="https://www.who.int/publications/i/item/9789240029200" TargetMode="Externa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hyperlink" Target="https://d.docs.live.net/7353AD3DC1898DB9/Documents/Custom%20Office%20Templates/SIH%20Idea%20Submission%20Full%20Presentation.pptx" TargetMode="External"/><Relationship Id="rId5" Type="http://schemas.openxmlformats.org/officeDocument/2006/relationships/image" Target="../media/image48.png"/><Relationship Id="rId10" Type="http://schemas.openxmlformats.org/officeDocument/2006/relationships/hyperlink" Target="https://www.who.int/health-topics/digital-health" TargetMode="External"/><Relationship Id="rId4" Type="http://schemas.openxmlformats.org/officeDocument/2006/relationships/image" Target="../media/image47.png"/><Relationship Id="rId9" Type="http://schemas.openxmlformats.org/officeDocument/2006/relationships/image" Target="../media/image2.png"/><Relationship Id="rId14" Type="http://schemas.openxmlformats.org/officeDocument/2006/relationships/hyperlink" Target="https://www.nrces.in/preview/ndhm/fhir/r4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2015" y="1576388"/>
            <a:ext cx="3333750" cy="4333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D4FB84A-C59F-4A97-B6E9-CAA3672EC2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0B2442"/>
          </a:solidFill>
          <a:ln w="0">
            <a:solidFill>
              <a:srgbClr val="0B24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4AF7F0-23F7-494C-9A32-15A0586E0302}"/>
              </a:ext>
            </a:extLst>
          </p:cNvPr>
          <p:cNvSpPr>
            <a:spLocks noGrp="1"/>
          </p:cNvSpPr>
          <p:nvPr/>
        </p:nvSpPr>
        <p:spPr>
          <a:xfrm>
            <a:off x="1000125" y="95250"/>
            <a:ext cx="10191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600" b="1">
                <a:solidFill>
                  <a:srgbClr val="234F7D"/>
                </a:solidFill>
              </a:defRPr>
            </a:pPr>
            <a:r>
              <a:rPr sz="3600" b="1" dirty="0">
                <a:solidFill>
                  <a:schemeClr val="tx2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INDIA HACKATHON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A46FE8-92AF-4DF0-AE70-7D179E597F2A}"/>
              </a:ext>
            </a:extLst>
          </p:cNvPr>
          <p:cNvSpPr>
            <a:spLocks noGrp="1"/>
          </p:cNvSpPr>
          <p:nvPr/>
        </p:nvSpPr>
        <p:spPr>
          <a:xfrm>
            <a:off x="1328992" y="985069"/>
            <a:ext cx="85535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850" b="1">
                <a:solidFill>
                  <a:srgbClr val="111111"/>
                </a:solidFill>
              </a:defRPr>
            </a:pPr>
            <a:r>
              <a:rPr lang="en-IN" sz="32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AYUSHMAN BHARAT DIGITAL MISSION</a:t>
            </a:r>
            <a:endParaRPr sz="3200" b="1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BCEA764-A53D-40E2-B4BF-9062A66CFD05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76200" cy="76200"/>
          </a:xfrm>
          <a:prstGeom prst="ellipse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DCBA81-3310-46A7-BD9A-C2925054FB2E}"/>
              </a:ext>
            </a:extLst>
          </p:cNvPr>
          <p:cNvSpPr>
            <a:spLocks noGrp="1"/>
          </p:cNvSpPr>
          <p:nvPr/>
        </p:nvSpPr>
        <p:spPr>
          <a:xfrm>
            <a:off x="952500" y="2143125"/>
            <a:ext cx="657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24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2400" b="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sz="2400" b="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sz="2400" b="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SIH26047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1B225B3-8DED-41F4-9596-FE758F46D874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76200" cy="76200"/>
          </a:xfrm>
          <a:prstGeom prst="ellipse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325504-E654-42DA-BE13-809D068EDAE0}"/>
              </a:ext>
            </a:extLst>
          </p:cNvPr>
          <p:cNvSpPr>
            <a:spLocks noGrp="1"/>
          </p:cNvSpPr>
          <p:nvPr/>
        </p:nvSpPr>
        <p:spPr>
          <a:xfrm>
            <a:off x="952500" y="2733675"/>
            <a:ext cx="657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24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 Title </a:t>
            </a:r>
            <a:r>
              <a:rPr sz="2400" b="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Patient-Case Taking Software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5D85BA-5EFD-473A-9E01-5986C8F95C80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76200" cy="76200"/>
          </a:xfrm>
          <a:prstGeom prst="ellipse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17A62C-4EA5-4AC5-801C-18A9E143924C}"/>
              </a:ext>
            </a:extLst>
          </p:cNvPr>
          <p:cNvSpPr>
            <a:spLocks noGrp="1"/>
          </p:cNvSpPr>
          <p:nvPr/>
        </p:nvSpPr>
        <p:spPr>
          <a:xfrm>
            <a:off x="952500" y="3324225"/>
            <a:ext cx="657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24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Theme</a:t>
            </a:r>
            <a:r>
              <a:rPr sz="2400" b="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MedTech / Bio</a:t>
            </a:r>
            <a:r>
              <a:rPr lang="en-IN" sz="2400" b="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/ HealthTech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1EBFD18-2F25-479A-B9F1-CF08D6415C14}"/>
              </a:ext>
            </a:extLst>
          </p:cNvPr>
          <p:cNvSpPr>
            <a:spLocks noGrp="1"/>
          </p:cNvSpPr>
          <p:nvPr/>
        </p:nvSpPr>
        <p:spPr>
          <a:xfrm>
            <a:off x="685800" y="4038600"/>
            <a:ext cx="76200" cy="76200"/>
          </a:xfrm>
          <a:prstGeom prst="ellipse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FA4E9F-AF63-47D4-ABD9-1C852995D9A7}"/>
              </a:ext>
            </a:extLst>
          </p:cNvPr>
          <p:cNvSpPr>
            <a:spLocks noGrp="1"/>
          </p:cNvSpPr>
          <p:nvPr/>
        </p:nvSpPr>
        <p:spPr>
          <a:xfrm>
            <a:off x="952500" y="3914775"/>
            <a:ext cx="657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24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 Category </a:t>
            </a:r>
            <a:r>
              <a:rPr sz="2400" b="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Software/Hardware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1128A33-406D-4E8C-B061-77C8A9B94ABE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76200" cy="76200"/>
          </a:xfrm>
          <a:prstGeom prst="ellipse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B61BBF-0932-477C-A719-9BAA8A7496AA}"/>
              </a:ext>
            </a:extLst>
          </p:cNvPr>
          <p:cNvSpPr>
            <a:spLocks noGrp="1"/>
          </p:cNvSpPr>
          <p:nvPr/>
        </p:nvSpPr>
        <p:spPr>
          <a:xfrm>
            <a:off x="952500" y="4505325"/>
            <a:ext cx="657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24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ID </a:t>
            </a:r>
            <a:r>
              <a:rPr sz="2400" b="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90AC7B4-EC96-45E4-AC0F-525502FA7765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76200" cy="76200"/>
          </a:xfrm>
          <a:prstGeom prst="ellipse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EC867A-10A3-47A6-942A-1F5A6D456D82}"/>
              </a:ext>
            </a:extLst>
          </p:cNvPr>
          <p:cNvSpPr>
            <a:spLocks noGrp="1"/>
          </p:cNvSpPr>
          <p:nvPr/>
        </p:nvSpPr>
        <p:spPr>
          <a:xfrm>
            <a:off x="952500" y="5095875"/>
            <a:ext cx="657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24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Name </a:t>
            </a:r>
            <a:r>
              <a:rPr lang="en-IN" sz="24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4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Silicon Squad</a:t>
            </a:r>
            <a:endParaRPr sz="24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C70EF9-79DF-745C-3C61-DEB786756E7E}"/>
              </a:ext>
            </a:extLst>
          </p:cNvPr>
          <p:cNvSpPr/>
          <p:nvPr/>
        </p:nvSpPr>
        <p:spPr>
          <a:xfrm>
            <a:off x="5977217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30ADED9-41CB-B1B4-263C-46EBCB9441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150" y="816319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454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693" y="2330486"/>
            <a:ext cx="5334000" cy="1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57353"/>
            <a:ext cx="5334000" cy="11846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97" y="5167774"/>
            <a:ext cx="5334000" cy="11846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428875"/>
            <a:ext cx="5334000" cy="11846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3756747"/>
            <a:ext cx="5334000" cy="11852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3405" y="5164970"/>
            <a:ext cx="5334000" cy="11989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-514690" y="638627"/>
            <a:ext cx="116014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150" b="1" i="0" u="none" dirty="0">
                <a:solidFill>
                  <a:srgbClr val="102A43"/>
                </a:solidFill>
                <a:latin typeface="Times New Roman"/>
              </a:rPr>
              <a:t>THE PROBLEM &amp; OUR </a:t>
            </a:r>
            <a:r>
              <a:rPr lang="en-IN" sz="3150" b="1" dirty="0">
                <a:solidFill>
                  <a:srgbClr val="102A43"/>
                </a:solidFill>
                <a:latin typeface="Times New Roman"/>
              </a:rPr>
              <a:t>PROPOSED </a:t>
            </a:r>
            <a:r>
              <a:rPr sz="3150" b="1" i="0" u="none" dirty="0">
                <a:solidFill>
                  <a:srgbClr val="102A43"/>
                </a:solidFill>
                <a:latin typeface="Times New Roman"/>
              </a:rPr>
              <a:t>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7650" y="1283716"/>
            <a:ext cx="11458575" cy="45719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0993" y="1537872"/>
            <a:ext cx="5600700" cy="371475"/>
          </a:xfrm>
          <a:prstGeom prst="rect">
            <a:avLst/>
          </a:prstGeom>
          <a:noFill/>
        </p:spPr>
        <p:txBody>
          <a:bodyPr wrap="square" lIns="400050" tIns="0" rIns="0" bIns="0" anchor="t">
            <a:spAutoFit/>
          </a:bodyPr>
          <a:lstStyle/>
          <a:p>
            <a:pPr algn="ctr"/>
            <a:r>
              <a:rPr sz="2400" b="1" i="0" u="none" dirty="0">
                <a:solidFill>
                  <a:srgbClr val="102A43"/>
                </a:solidFill>
                <a:latin typeface="Times New Roman"/>
              </a:rPr>
              <a:t>The Problem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2124075"/>
            <a:ext cx="53340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53150" y="1628775"/>
            <a:ext cx="5600700" cy="371475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102A43"/>
                </a:solidFill>
                <a:latin typeface="Times New Roman"/>
              </a:rPr>
              <a:t>Proposed Solution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86500" y="2124075"/>
            <a:ext cx="53340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81125" y="2443049"/>
            <a:ext cx="4550568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sz="1650" b="1" i="0" u="none" dirty="0">
                <a:solidFill>
                  <a:srgbClr val="1E293B"/>
                </a:solidFill>
                <a:latin typeface="Times New Roman"/>
              </a:rPr>
              <a:t>Time Constraint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1125" y="2775743"/>
            <a:ext cx="4333875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India's median OPD consultation is just 2 minutes. Doctors waste valuable time transcribing symptoms instead of diagnosing.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68029" y="3960084"/>
            <a:ext cx="4550568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sz="1650" b="1" i="0" u="none" dirty="0">
                <a:solidFill>
                  <a:srgbClr val="1E293B"/>
                </a:solidFill>
                <a:latin typeface="Times New Roman"/>
              </a:rPr>
              <a:t>Fragmented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2550" y="4276426"/>
            <a:ext cx="433387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Patient histories are scattered across paper files, leading to disorganized medical details and incomplete context.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8029" y="5288562"/>
            <a:ext cx="4550568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sz="1650" b="1" i="0" u="none" dirty="0">
                <a:solidFill>
                  <a:srgbClr val="1E293B"/>
                </a:solidFill>
                <a:latin typeface="Times New Roman"/>
              </a:rPr>
              <a:t>Adherence Blind Spots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68029" y="5685723"/>
            <a:ext cx="433387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Post-consultation medication adherence is completely invisible to the hospital, preventing effective follow-up care.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6125" y="2619375"/>
            <a:ext cx="4550568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sz="1650" b="1" i="0" u="none" dirty="0">
                <a:solidFill>
                  <a:srgbClr val="1E293B"/>
                </a:solidFill>
                <a:latin typeface="Times New Roman"/>
              </a:rPr>
              <a:t>Automated Intake (</a:t>
            </a:r>
            <a:r>
              <a:rPr sz="1650" b="1" i="0" u="none" dirty="0" err="1">
                <a:solidFill>
                  <a:srgbClr val="1E293B"/>
                </a:solidFill>
                <a:latin typeface="Times New Roman"/>
              </a:rPr>
              <a:t>AarogyaLink</a:t>
            </a:r>
            <a:r>
              <a:rPr sz="1650" b="1" i="0" u="none" dirty="0">
                <a:solidFill>
                  <a:srgbClr val="1E293B"/>
                </a:solidFill>
                <a:latin typeface="Times New Roman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96125" y="2943225"/>
            <a:ext cx="433387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Captures multilingual voice histories in the waiting room, mapping red-flag keywords to a 1-10 severity scale.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96125" y="3924818"/>
            <a:ext cx="4550568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sz="1650" b="1" i="0" u="none" dirty="0">
                <a:solidFill>
                  <a:srgbClr val="1E293B"/>
                </a:solidFill>
                <a:latin typeface="Times New Roman"/>
              </a:rPr>
              <a:t>Clinical Drafts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96124" y="4220631"/>
            <a:ext cx="4333875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Instantly generates ABDM-compliant clinical drafts, eliminating manual transcription and freeing doctors to focus purely on diagnosis.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6835" y="5288562"/>
            <a:ext cx="4550568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sz="1650" b="1" i="0" u="none" dirty="0">
                <a:solidFill>
                  <a:srgbClr val="1E293B"/>
                </a:solidFill>
                <a:latin typeface="Times New Roman"/>
              </a:rPr>
              <a:t>Closed-Loop Tracking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96123" y="5581838"/>
            <a:ext cx="4333875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India's first system where an IoT API pushes digital prescriptions to a paired Smart Medicine Box for real-time remote adherence tracking.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5275" y="234440"/>
            <a:ext cx="11049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Times New Roman"/>
              </a:rPr>
              <a:t>MediSaarthi</a:t>
            </a:r>
            <a:r>
              <a:rPr lang="en-US" sz="1125" b="1" dirty="0">
                <a:solidFill>
                  <a:srgbClr val="D4AF37"/>
                </a:solidFill>
                <a:latin typeface="Times New Roman"/>
              </a:rPr>
              <a:t> </a:t>
            </a:r>
            <a:endParaRPr sz="1125" b="1" i="0" u="none" dirty="0">
              <a:solidFill>
                <a:srgbClr val="D4AF37"/>
              </a:solidFill>
              <a:latin typeface="Times New Roman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8A87551-4F14-7605-F7A8-392A12F3C8F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6875" y="-10563"/>
            <a:ext cx="2249850" cy="106233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0C332B6-0169-9A38-0817-683118327D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 flipV="1">
            <a:off x="7172960" y="1452423"/>
            <a:ext cx="680878" cy="68179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95CB2028-55C7-067C-2640-001B405977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80813" y="1334713"/>
            <a:ext cx="605675" cy="6817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472512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150" b="1" i="0" u="none" dirty="0">
                <a:solidFill>
                  <a:srgbClr val="102A43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3090" y="236038"/>
            <a:ext cx="11049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Times New Roman"/>
              </a:rPr>
              <a:t>MediSaarthi</a:t>
            </a:r>
            <a:endParaRPr sz="2000" b="1" i="0" u="none" dirty="0">
              <a:solidFill>
                <a:schemeClr val="tx2">
                  <a:lumMod val="50000"/>
                </a:schemeClr>
              </a:solidFill>
              <a:latin typeface="Times New Roman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970E63-0DCB-289D-6D3D-D1E0DFD78450}"/>
              </a:ext>
            </a:extLst>
          </p:cNvPr>
          <p:cNvSpPr/>
          <p:nvPr/>
        </p:nvSpPr>
        <p:spPr>
          <a:xfrm>
            <a:off x="266338" y="1051634"/>
            <a:ext cx="11458575" cy="45719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740868F8-66D8-40AB-2371-78DB9F7D94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076" y="-10703"/>
            <a:ext cx="2249850" cy="1062337"/>
          </a:xfrm>
          <a:prstGeom prst="rect">
            <a:avLst/>
          </a:prstGeom>
        </p:spPr>
      </p:pic>
      <p:pic>
        <p:nvPicPr>
          <p:cNvPr id="167" name="Picture 166" descr="image.png">
            <a:extLst>
              <a:ext uri="{FF2B5EF4-FFF2-40B4-BE49-F238E27FC236}">
                <a16:creationId xmlns:a16="http://schemas.microsoft.com/office/drawing/2014/main" id="{E8352E89-1AE0-B375-20C0-88C16A875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191" y="1406425"/>
            <a:ext cx="5715000" cy="2809875"/>
          </a:xfrm>
          <a:prstGeom prst="rect">
            <a:avLst/>
          </a:prstGeom>
        </p:spPr>
      </p:pic>
      <p:pic>
        <p:nvPicPr>
          <p:cNvPr id="169" name="Picture 168" descr="image.png">
            <a:extLst>
              <a:ext uri="{FF2B5EF4-FFF2-40B4-BE49-F238E27FC236}">
                <a16:creationId xmlns:a16="http://schemas.microsoft.com/office/drawing/2014/main" id="{D7E98F22-3665-08C4-1630-6DC541DCC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8722" y="4420901"/>
            <a:ext cx="5715000" cy="2095500"/>
          </a:xfrm>
          <a:prstGeom prst="rect">
            <a:avLst/>
          </a:prstGeom>
        </p:spPr>
      </p:pic>
      <p:pic>
        <p:nvPicPr>
          <p:cNvPr id="171" name="Picture 170" descr="image.png">
            <a:extLst>
              <a:ext uri="{FF2B5EF4-FFF2-40B4-BE49-F238E27FC236}">
                <a16:creationId xmlns:a16="http://schemas.microsoft.com/office/drawing/2014/main" id="{166FA53E-B713-CD4A-2690-A0B2F00DCA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216" y="2006500"/>
            <a:ext cx="2562225" cy="2028825"/>
          </a:xfrm>
          <a:prstGeom prst="rect">
            <a:avLst/>
          </a:prstGeom>
        </p:spPr>
      </p:pic>
      <p:pic>
        <p:nvPicPr>
          <p:cNvPr id="173" name="Picture 172" descr="image.png">
            <a:extLst>
              <a:ext uri="{FF2B5EF4-FFF2-40B4-BE49-F238E27FC236}">
                <a16:creationId xmlns:a16="http://schemas.microsoft.com/office/drawing/2014/main" id="{C4B346F6-F014-1851-37CA-581784B0F6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6941" y="2006500"/>
            <a:ext cx="2562225" cy="2028825"/>
          </a:xfrm>
          <a:prstGeom prst="rect">
            <a:avLst/>
          </a:prstGeom>
        </p:spPr>
      </p:pic>
      <p:sp>
        <p:nvSpPr>
          <p:cNvPr id="177" name="TextBox 176">
            <a:extLst>
              <a:ext uri="{FF2B5EF4-FFF2-40B4-BE49-F238E27FC236}">
                <a16:creationId xmlns:a16="http://schemas.microsoft.com/office/drawing/2014/main" id="{8F3FD123-D8CE-3F54-E507-65BFD57EF1BB}"/>
              </a:ext>
            </a:extLst>
          </p:cNvPr>
          <p:cNvSpPr txBox="1"/>
          <p:nvPr/>
        </p:nvSpPr>
        <p:spPr>
          <a:xfrm>
            <a:off x="429216" y="1606450"/>
            <a:ext cx="5340667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1E3A8A"/>
                </a:solidFill>
                <a:latin typeface="Montserrat"/>
              </a:rPr>
              <a:t>TECHNOLOGY STACK &amp; HARDWARE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ACF4B757-B428-A0A1-94CE-03F9DD1457B3}"/>
              </a:ext>
            </a:extLst>
          </p:cNvPr>
          <p:cNvSpPr txBox="1"/>
          <p:nvPr/>
        </p:nvSpPr>
        <p:spPr>
          <a:xfrm>
            <a:off x="6144216" y="1606450"/>
            <a:ext cx="558069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MODULES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E5B52549-8F2B-FD85-BDDC-C569A209E7F4}"/>
              </a:ext>
            </a:extLst>
          </p:cNvPr>
          <p:cNvSpPr txBox="1"/>
          <p:nvPr/>
        </p:nvSpPr>
        <p:spPr>
          <a:xfrm>
            <a:off x="6144216" y="4606825"/>
            <a:ext cx="5580697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Montserrat"/>
              </a:rPr>
              <a:t>SYSTEM FLOW (END-TO-END)</a:t>
            </a:r>
          </a:p>
        </p:txBody>
      </p:sp>
      <p:pic>
        <p:nvPicPr>
          <p:cNvPr id="183" name="Picture 182" descr="image.png">
            <a:extLst>
              <a:ext uri="{FF2B5EF4-FFF2-40B4-BE49-F238E27FC236}">
                <a16:creationId xmlns:a16="http://schemas.microsoft.com/office/drawing/2014/main" id="{32AFBFB9-CFE2-5DB4-858C-601E21911C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216" y="2769988"/>
            <a:ext cx="428625" cy="428625"/>
          </a:xfrm>
          <a:prstGeom prst="rect">
            <a:avLst/>
          </a:prstGeom>
        </p:spPr>
      </p:pic>
      <p:pic>
        <p:nvPicPr>
          <p:cNvPr id="185" name="Picture 184" descr="image.png">
            <a:extLst>
              <a:ext uri="{FF2B5EF4-FFF2-40B4-BE49-F238E27FC236}">
                <a16:creationId xmlns:a16="http://schemas.microsoft.com/office/drawing/2014/main" id="{E2620331-EDB7-564C-9E23-B0996A4ACD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216" y="3436738"/>
            <a:ext cx="428625" cy="428625"/>
          </a:xfrm>
          <a:prstGeom prst="rect">
            <a:avLst/>
          </a:prstGeom>
        </p:spPr>
      </p:pic>
      <p:pic>
        <p:nvPicPr>
          <p:cNvPr id="187" name="Picture 186" descr="image.png">
            <a:extLst>
              <a:ext uri="{FF2B5EF4-FFF2-40B4-BE49-F238E27FC236}">
                <a16:creationId xmlns:a16="http://schemas.microsoft.com/office/drawing/2014/main" id="{B072E93A-95D1-D153-0306-37CCE26E8D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216" y="4103488"/>
            <a:ext cx="428625" cy="428625"/>
          </a:xfrm>
          <a:prstGeom prst="rect">
            <a:avLst/>
          </a:prstGeom>
        </p:spPr>
      </p:pic>
      <p:pic>
        <p:nvPicPr>
          <p:cNvPr id="189" name="Picture 188" descr="image.png">
            <a:extLst>
              <a:ext uri="{FF2B5EF4-FFF2-40B4-BE49-F238E27FC236}">
                <a16:creationId xmlns:a16="http://schemas.microsoft.com/office/drawing/2014/main" id="{0C220EE3-1002-1A7E-C1A9-1EA6F666098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9216" y="4770238"/>
            <a:ext cx="428625" cy="428625"/>
          </a:xfrm>
          <a:prstGeom prst="rect">
            <a:avLst/>
          </a:prstGeom>
        </p:spPr>
      </p:pic>
      <p:pic>
        <p:nvPicPr>
          <p:cNvPr id="191" name="Picture 190" descr="image.png">
            <a:extLst>
              <a:ext uri="{FF2B5EF4-FFF2-40B4-BE49-F238E27FC236}">
                <a16:creationId xmlns:a16="http://schemas.microsoft.com/office/drawing/2014/main" id="{85D4624A-D3CA-47E1-43CC-FD0B2ADEC96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15391" y="2773262"/>
            <a:ext cx="257175" cy="228600"/>
          </a:xfrm>
          <a:prstGeom prst="rect">
            <a:avLst/>
          </a:prstGeom>
        </p:spPr>
      </p:pic>
      <p:sp>
        <p:nvSpPr>
          <p:cNvPr id="193" name="TextBox 192">
            <a:extLst>
              <a:ext uri="{FF2B5EF4-FFF2-40B4-BE49-F238E27FC236}">
                <a16:creationId xmlns:a16="http://schemas.microsoft.com/office/drawing/2014/main" id="{A81D39B3-F687-823F-02CD-1DA08439F6C7}"/>
              </a:ext>
            </a:extLst>
          </p:cNvPr>
          <p:cNvSpPr txBox="1"/>
          <p:nvPr/>
        </p:nvSpPr>
        <p:spPr>
          <a:xfrm>
            <a:off x="4039191" y="3039962"/>
            <a:ext cx="4095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 dirty="0">
                <a:solidFill>
                  <a:srgbClr val="FFFFFF"/>
                </a:solidFill>
                <a:latin typeface="Open Sans SemiBold"/>
              </a:rPr>
              <a:t>Frontend</a:t>
            </a:r>
          </a:p>
        </p:txBody>
      </p:sp>
      <p:pic>
        <p:nvPicPr>
          <p:cNvPr id="195" name="Picture 194" descr="image.png">
            <a:extLst>
              <a:ext uri="{FF2B5EF4-FFF2-40B4-BE49-F238E27FC236}">
                <a16:creationId xmlns:a16="http://schemas.microsoft.com/office/drawing/2014/main" id="{6880701D-71DC-823C-220D-39E830C963C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9316" y="3963887"/>
            <a:ext cx="285750" cy="228600"/>
          </a:xfrm>
          <a:prstGeom prst="rect">
            <a:avLst/>
          </a:prstGeom>
        </p:spPr>
      </p:pic>
      <p:pic>
        <p:nvPicPr>
          <p:cNvPr id="203" name="Picture 202" descr="image.png">
            <a:extLst>
              <a:ext uri="{FF2B5EF4-FFF2-40B4-BE49-F238E27FC236}">
                <a16:creationId xmlns:a16="http://schemas.microsoft.com/office/drawing/2014/main" id="{D3FCD682-28E8-8906-4BB8-8A0D48FFF09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05753" y="3963887"/>
            <a:ext cx="200025" cy="228600"/>
          </a:xfrm>
          <a:prstGeom prst="rect">
            <a:avLst/>
          </a:prstGeom>
        </p:spPr>
      </p:pic>
      <p:sp>
        <p:nvSpPr>
          <p:cNvPr id="207" name="TextBox 206">
            <a:extLst>
              <a:ext uri="{FF2B5EF4-FFF2-40B4-BE49-F238E27FC236}">
                <a16:creationId xmlns:a16="http://schemas.microsoft.com/office/drawing/2014/main" id="{C0FCD084-7B8B-A1D6-B84C-85669E278BF8}"/>
              </a:ext>
            </a:extLst>
          </p:cNvPr>
          <p:cNvSpPr txBox="1"/>
          <p:nvPr/>
        </p:nvSpPr>
        <p:spPr>
          <a:xfrm>
            <a:off x="6296616" y="2549425"/>
            <a:ext cx="2257425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40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Maps user voice inputs (e.g., "stomach pain") directly to </a:t>
            </a:r>
            <a:r>
              <a:rPr sz="1400" b="1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SNOMED-CT</a:t>
            </a:r>
            <a:r>
              <a:rPr sz="140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clinical terms and </a:t>
            </a:r>
            <a:r>
              <a:rPr sz="1400" b="1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Ayush</a:t>
            </a:r>
            <a:r>
              <a:rPr sz="140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parameters (Prakriti, Diet, Sleep) for accurate analysis.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B183F984-7F8E-91C6-E2AD-654870052E77}"/>
              </a:ext>
            </a:extLst>
          </p:cNvPr>
          <p:cNvSpPr txBox="1"/>
          <p:nvPr/>
        </p:nvSpPr>
        <p:spPr>
          <a:xfrm>
            <a:off x="9049341" y="2549425"/>
            <a:ext cx="2257425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40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Pairs website with Smart Medicine Box via Unique Device UUID. Establishes a highly secure </a:t>
            </a:r>
            <a:r>
              <a:rPr sz="1400" b="1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MQTT / WebSocket bridge</a:t>
            </a:r>
            <a:r>
              <a:rPr sz="140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synchronization.</a:t>
            </a:r>
          </a:p>
        </p:txBody>
      </p:sp>
      <p:pic>
        <p:nvPicPr>
          <p:cNvPr id="211" name="Picture 210" descr="image.png">
            <a:extLst>
              <a:ext uri="{FF2B5EF4-FFF2-40B4-BE49-F238E27FC236}">
                <a16:creationId xmlns:a16="http://schemas.microsoft.com/office/drawing/2014/main" id="{4BE09434-2E56-B64B-0E8C-792B502A5DA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34853" y="5148708"/>
            <a:ext cx="171450" cy="190500"/>
          </a:xfrm>
          <a:prstGeom prst="rect">
            <a:avLst/>
          </a:prstGeom>
        </p:spPr>
      </p:pic>
      <p:pic>
        <p:nvPicPr>
          <p:cNvPr id="213" name="Picture 212" descr="image.png">
            <a:extLst>
              <a:ext uri="{FF2B5EF4-FFF2-40B4-BE49-F238E27FC236}">
                <a16:creationId xmlns:a16="http://schemas.microsoft.com/office/drawing/2014/main" id="{1CF71948-361D-3027-8485-3B4FDB0B8DB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15966" y="5141862"/>
            <a:ext cx="171450" cy="190500"/>
          </a:xfrm>
          <a:prstGeom prst="rect">
            <a:avLst/>
          </a:prstGeom>
        </p:spPr>
      </p:pic>
      <p:pic>
        <p:nvPicPr>
          <p:cNvPr id="215" name="Picture 214" descr="image.png">
            <a:extLst>
              <a:ext uri="{FF2B5EF4-FFF2-40B4-BE49-F238E27FC236}">
                <a16:creationId xmlns:a16="http://schemas.microsoft.com/office/drawing/2014/main" id="{2B8E65B0-75BB-6425-0392-447EE12D96C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68516" y="5158233"/>
            <a:ext cx="171450" cy="190500"/>
          </a:xfrm>
          <a:prstGeom prst="rect">
            <a:avLst/>
          </a:prstGeom>
        </p:spPr>
      </p:pic>
      <p:pic>
        <p:nvPicPr>
          <p:cNvPr id="217" name="Picture 216" descr="image.png">
            <a:extLst>
              <a:ext uri="{FF2B5EF4-FFF2-40B4-BE49-F238E27FC236}">
                <a16:creationId xmlns:a16="http://schemas.microsoft.com/office/drawing/2014/main" id="{4567E304-6176-9747-92C7-D4B0FE7939F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9016" y="4940200"/>
            <a:ext cx="571500" cy="571500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F9D9796E-2A06-865B-CE12-1404B0E4346C}"/>
              </a:ext>
            </a:extLst>
          </p:cNvPr>
          <p:cNvSpPr txBox="1"/>
          <p:nvPr/>
        </p:nvSpPr>
        <p:spPr>
          <a:xfrm>
            <a:off x="6327687" y="5585358"/>
            <a:ext cx="790575" cy="160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sz="975" b="0" i="0" u="none" dirty="0">
                <a:solidFill>
                  <a:srgbClr val="1E293B"/>
                </a:solidFill>
                <a:latin typeface="Open Sans SemiBold"/>
              </a:rPr>
              <a:t>Step 1: Intake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A123CF34-2FBA-C09C-1BE8-09CA4ACEB6BA}"/>
              </a:ext>
            </a:extLst>
          </p:cNvPr>
          <p:cNvSpPr txBox="1"/>
          <p:nvPr/>
        </p:nvSpPr>
        <p:spPr>
          <a:xfrm>
            <a:off x="6144216" y="5939283"/>
            <a:ext cx="1143000" cy="3857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sz="1100" i="0" u="none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Symptom Intake via Web App → NLP Engine</a:t>
            </a:r>
          </a:p>
        </p:txBody>
      </p:sp>
      <p:pic>
        <p:nvPicPr>
          <p:cNvPr id="223" name="Picture 222" descr="image.png">
            <a:extLst>
              <a:ext uri="{FF2B5EF4-FFF2-40B4-BE49-F238E27FC236}">
                <a16:creationId xmlns:a16="http://schemas.microsoft.com/office/drawing/2014/main" id="{2F416854-CA38-9086-9B8F-F8235D9FD26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20616" y="4964979"/>
            <a:ext cx="571500" cy="571500"/>
          </a:xfrm>
          <a:prstGeom prst="rect">
            <a:avLst/>
          </a:prstGeom>
        </p:spPr>
      </p:pic>
      <p:sp>
        <p:nvSpPr>
          <p:cNvPr id="225" name="TextBox 224">
            <a:extLst>
              <a:ext uri="{FF2B5EF4-FFF2-40B4-BE49-F238E27FC236}">
                <a16:creationId xmlns:a16="http://schemas.microsoft.com/office/drawing/2014/main" id="{54B8E02D-AC3E-42ED-0A5F-E77694643D7D}"/>
              </a:ext>
            </a:extLst>
          </p:cNvPr>
          <p:cNvSpPr txBox="1"/>
          <p:nvPr/>
        </p:nvSpPr>
        <p:spPr>
          <a:xfrm>
            <a:off x="7687265" y="5599116"/>
            <a:ext cx="838200" cy="160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sz="975" b="0" i="0" u="none" dirty="0">
                <a:solidFill>
                  <a:srgbClr val="1E293B"/>
                </a:solidFill>
                <a:latin typeface="Open Sans SemiBold"/>
              </a:rPr>
              <a:t>Step 2: Review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D4AC6D7-1F58-6CBB-03C0-1E745AC5E2FD}"/>
              </a:ext>
            </a:extLst>
          </p:cNvPr>
          <p:cNvSpPr txBox="1"/>
          <p:nvPr/>
        </p:nvSpPr>
        <p:spPr>
          <a:xfrm>
            <a:off x="7534866" y="5939283"/>
            <a:ext cx="1143000" cy="3857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sz="1100" i="0" u="none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Doctor reviews auto-draft &amp; issues Digital Prescription</a:t>
            </a:r>
          </a:p>
        </p:txBody>
      </p:sp>
      <p:pic>
        <p:nvPicPr>
          <p:cNvPr id="229" name="Picture 228" descr="image.png">
            <a:extLst>
              <a:ext uri="{FF2B5EF4-FFF2-40B4-BE49-F238E27FC236}">
                <a16:creationId xmlns:a16="http://schemas.microsoft.com/office/drawing/2014/main" id="{C8DF7718-880E-837A-24F0-B28728CAB6C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11266" y="4988258"/>
            <a:ext cx="571500" cy="571500"/>
          </a:xfrm>
          <a:prstGeom prst="rect">
            <a:avLst/>
          </a:prstGeom>
        </p:spPr>
      </p:pic>
      <p:sp>
        <p:nvSpPr>
          <p:cNvPr id="231" name="TextBox 230">
            <a:extLst>
              <a:ext uri="{FF2B5EF4-FFF2-40B4-BE49-F238E27FC236}">
                <a16:creationId xmlns:a16="http://schemas.microsoft.com/office/drawing/2014/main" id="{75F53BA4-9CE2-30C7-5323-07E283B85570}"/>
              </a:ext>
            </a:extLst>
          </p:cNvPr>
          <p:cNvSpPr txBox="1"/>
          <p:nvPr/>
        </p:nvSpPr>
        <p:spPr>
          <a:xfrm>
            <a:off x="9039816" y="5603476"/>
            <a:ext cx="914400" cy="160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sz="975" b="0" i="0" u="none" dirty="0">
                <a:solidFill>
                  <a:srgbClr val="1E293B"/>
                </a:solidFill>
                <a:latin typeface="Open Sans SemiBold"/>
              </a:rPr>
              <a:t>Step 3: API Sync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543857D-2506-AB60-9FDD-5D928F570010}"/>
              </a:ext>
            </a:extLst>
          </p:cNvPr>
          <p:cNvSpPr txBox="1"/>
          <p:nvPr/>
        </p:nvSpPr>
        <p:spPr>
          <a:xfrm>
            <a:off x="8925516" y="5939283"/>
            <a:ext cx="1143000" cy="517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sz="1100" b="0" i="0" u="none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App API syncs active slots to Smart Medicine Box</a:t>
            </a:r>
          </a:p>
        </p:txBody>
      </p:sp>
      <p:pic>
        <p:nvPicPr>
          <p:cNvPr id="235" name="Picture 234" descr="image.png">
            <a:extLst>
              <a:ext uri="{FF2B5EF4-FFF2-40B4-BE49-F238E27FC236}">
                <a16:creationId xmlns:a16="http://schemas.microsoft.com/office/drawing/2014/main" id="{9030335B-ED67-94B6-D61F-EF62CF6A36E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77741" y="4995954"/>
            <a:ext cx="571500" cy="571500"/>
          </a:xfrm>
          <a:prstGeom prst="rect">
            <a:avLst/>
          </a:prstGeom>
        </p:spPr>
      </p:pic>
      <p:sp>
        <p:nvSpPr>
          <p:cNvPr id="237" name="TextBox 236">
            <a:extLst>
              <a:ext uri="{FF2B5EF4-FFF2-40B4-BE49-F238E27FC236}">
                <a16:creationId xmlns:a16="http://schemas.microsoft.com/office/drawing/2014/main" id="{336541F2-B772-9454-65F7-B98FD2452F5C}"/>
              </a:ext>
            </a:extLst>
          </p:cNvPr>
          <p:cNvSpPr txBox="1"/>
          <p:nvPr/>
        </p:nvSpPr>
        <p:spPr>
          <a:xfrm>
            <a:off x="10487615" y="5588801"/>
            <a:ext cx="771525" cy="160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sz="975" b="0" i="0" u="none" dirty="0">
                <a:solidFill>
                  <a:srgbClr val="1E293B"/>
                </a:solidFill>
                <a:latin typeface="Open Sans SemiBold"/>
              </a:rPr>
              <a:t>Step 4: Verify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0BF63DCC-957B-E503-8564-B5650FFDA0AB}"/>
              </a:ext>
            </a:extLst>
          </p:cNvPr>
          <p:cNvSpPr txBox="1"/>
          <p:nvPr/>
        </p:nvSpPr>
        <p:spPr>
          <a:xfrm>
            <a:off x="10316166" y="5939283"/>
            <a:ext cx="1143000" cy="5139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sz="1100" b="0" i="0" u="none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sends photo evidence &amp; timestamp back to Dashboard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5AC81C74-99D1-E478-B21A-E133CAE5B495}"/>
              </a:ext>
            </a:extLst>
          </p:cNvPr>
          <p:cNvSpPr txBox="1"/>
          <p:nvPr/>
        </p:nvSpPr>
        <p:spPr>
          <a:xfrm>
            <a:off x="1000716" y="2769988"/>
            <a:ext cx="152019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Open Sans"/>
              </a:rPr>
              <a:t>Frontend Core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DFF04D67-F962-BA53-B0F0-5145C07C30D5}"/>
              </a:ext>
            </a:extLst>
          </p:cNvPr>
          <p:cNvSpPr txBox="1"/>
          <p:nvPr/>
        </p:nvSpPr>
        <p:spPr>
          <a:xfrm>
            <a:off x="1000716" y="3017638"/>
            <a:ext cx="144780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0" i="0" u="none">
                <a:solidFill>
                  <a:srgbClr val="64748B"/>
                </a:solidFill>
                <a:latin typeface="Open Sans"/>
              </a:rPr>
              <a:t>React / Next.js Web App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BE2FF755-A3D2-E626-8389-BC6C1F93A808}"/>
              </a:ext>
            </a:extLst>
          </p:cNvPr>
          <p:cNvSpPr txBox="1"/>
          <p:nvPr/>
        </p:nvSpPr>
        <p:spPr>
          <a:xfrm>
            <a:off x="1000716" y="3436738"/>
            <a:ext cx="1460182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Open Sans"/>
              </a:rPr>
              <a:t>Backend API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2645D3EB-5577-5200-3007-4EEBC4A05860}"/>
              </a:ext>
            </a:extLst>
          </p:cNvPr>
          <p:cNvSpPr txBox="1"/>
          <p:nvPr/>
        </p:nvSpPr>
        <p:spPr>
          <a:xfrm>
            <a:off x="1000716" y="3684388"/>
            <a:ext cx="139065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0" i="0" u="none">
                <a:solidFill>
                  <a:srgbClr val="64748B"/>
                </a:solidFill>
                <a:latin typeface="Open Sans"/>
              </a:rPr>
              <a:t>Python / Flask Backend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87A2C96C-1A55-5266-0CB1-57117A73CC85}"/>
              </a:ext>
            </a:extLst>
          </p:cNvPr>
          <p:cNvSpPr txBox="1"/>
          <p:nvPr/>
        </p:nvSpPr>
        <p:spPr>
          <a:xfrm>
            <a:off x="1000716" y="4103488"/>
            <a:ext cx="76009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Open Sans"/>
              </a:rPr>
              <a:t>Database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DAB1D0FA-AD76-C616-340E-FDDDE7778B27}"/>
              </a:ext>
            </a:extLst>
          </p:cNvPr>
          <p:cNvSpPr txBox="1"/>
          <p:nvPr/>
        </p:nvSpPr>
        <p:spPr>
          <a:xfrm>
            <a:off x="1000716" y="4351138"/>
            <a:ext cx="723900" cy="179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0" i="0" u="none">
                <a:solidFill>
                  <a:srgbClr val="64748B"/>
                </a:solidFill>
                <a:latin typeface="Open Sans"/>
              </a:rPr>
              <a:t>PostgreSQL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C152E517-4BAC-CE47-A886-023358C5FD6A}"/>
              </a:ext>
            </a:extLst>
          </p:cNvPr>
          <p:cNvSpPr txBox="1"/>
          <p:nvPr/>
        </p:nvSpPr>
        <p:spPr>
          <a:xfrm>
            <a:off x="1000716" y="4770238"/>
            <a:ext cx="2070258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Open Sans"/>
              </a:rPr>
              <a:t>Edge Hardware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1918283F-7B6A-656E-4CB1-021089DB6C31}"/>
              </a:ext>
            </a:extLst>
          </p:cNvPr>
          <p:cNvSpPr txBox="1"/>
          <p:nvPr/>
        </p:nvSpPr>
        <p:spPr>
          <a:xfrm>
            <a:off x="1000716" y="5017888"/>
            <a:ext cx="1971675" cy="539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0" i="0" u="none" dirty="0">
                <a:solidFill>
                  <a:srgbClr val="64748B"/>
                </a:solidFill>
                <a:latin typeface="Open Sans"/>
              </a:rPr>
              <a:t>ESP32-S3, ESP32-CAM, Ultrasonic Sensor (HC-SR04), SIM900A GSM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EFA127F9-9E13-FF53-4170-76CA829FB54A}"/>
              </a:ext>
            </a:extLst>
          </p:cNvPr>
          <p:cNvSpPr txBox="1"/>
          <p:nvPr/>
        </p:nvSpPr>
        <p:spPr>
          <a:xfrm>
            <a:off x="6629991" y="2158900"/>
            <a:ext cx="1340167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125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 Triage Engine</a:t>
            </a:r>
            <a:endParaRPr sz="1125" b="1" i="0" u="none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38E3385C-6FAD-6ACC-09AE-3D435FFE5A41}"/>
              </a:ext>
            </a:extLst>
          </p:cNvPr>
          <p:cNvSpPr txBox="1"/>
          <p:nvPr/>
        </p:nvSpPr>
        <p:spPr>
          <a:xfrm>
            <a:off x="9382716" y="2158900"/>
            <a:ext cx="1290161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API Extension</a:t>
            </a:r>
          </a:p>
        </p:txBody>
      </p:sp>
      <p:pic>
        <p:nvPicPr>
          <p:cNvPr id="273" name="Picture 272" descr="image.png">
            <a:extLst>
              <a:ext uri="{FF2B5EF4-FFF2-40B4-BE49-F238E27FC236}">
                <a16:creationId xmlns:a16="http://schemas.microsoft.com/office/drawing/2014/main" id="{29E610F9-4ADC-A65A-10F0-FAC1CE7FF6B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35027" y="5154512"/>
            <a:ext cx="171450" cy="228600"/>
          </a:xfrm>
          <a:prstGeom prst="rect">
            <a:avLst/>
          </a:prstGeom>
        </p:spPr>
      </p:pic>
      <p:pic>
        <p:nvPicPr>
          <p:cNvPr id="275" name="Picture 274" descr="image.png">
            <a:extLst>
              <a:ext uri="{FF2B5EF4-FFF2-40B4-BE49-F238E27FC236}">
                <a16:creationId xmlns:a16="http://schemas.microsoft.com/office/drawing/2014/main" id="{8ABCC88D-918B-7024-A23B-CAC2A232F6D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06353" y="5149229"/>
            <a:ext cx="200025" cy="228600"/>
          </a:xfrm>
          <a:prstGeom prst="rect">
            <a:avLst/>
          </a:prstGeom>
        </p:spPr>
      </p:pic>
      <p:pic>
        <p:nvPicPr>
          <p:cNvPr id="277" name="Picture 276" descr="image.png">
            <a:extLst>
              <a:ext uri="{FF2B5EF4-FFF2-40B4-BE49-F238E27FC236}">
                <a16:creationId xmlns:a16="http://schemas.microsoft.com/office/drawing/2014/main" id="{4011E3FD-F554-EAEE-58A5-70AE9C8A613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44616" y="5154512"/>
            <a:ext cx="285750" cy="228600"/>
          </a:xfrm>
          <a:prstGeom prst="rect">
            <a:avLst/>
          </a:prstGeom>
        </p:spPr>
      </p:pic>
      <p:pic>
        <p:nvPicPr>
          <p:cNvPr id="279" name="Picture 278" descr="image.png">
            <a:extLst>
              <a:ext uri="{FF2B5EF4-FFF2-40B4-BE49-F238E27FC236}">
                <a16:creationId xmlns:a16="http://schemas.microsoft.com/office/drawing/2014/main" id="{2ADBCC30-E316-E8D9-89A7-8F0616ED84B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749191" y="5167404"/>
            <a:ext cx="228600" cy="228600"/>
          </a:xfrm>
          <a:prstGeom prst="rect">
            <a:avLst/>
          </a:prstGeom>
        </p:spPr>
      </p:pic>
      <p:sp>
        <p:nvSpPr>
          <p:cNvPr id="284" name="Flowchart: Connector 283">
            <a:extLst>
              <a:ext uri="{FF2B5EF4-FFF2-40B4-BE49-F238E27FC236}">
                <a16:creationId xmlns:a16="http://schemas.microsoft.com/office/drawing/2014/main" id="{9EB5E46D-8AA4-C4D5-280E-E8DA39095F85}"/>
              </a:ext>
            </a:extLst>
          </p:cNvPr>
          <p:cNvSpPr/>
          <p:nvPr/>
        </p:nvSpPr>
        <p:spPr>
          <a:xfrm>
            <a:off x="3746772" y="3461185"/>
            <a:ext cx="1192531" cy="1148280"/>
          </a:xfrm>
          <a:prstGeom prst="flowChartConnector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Smart</a:t>
            </a:r>
          </a:p>
          <a:p>
            <a:pPr algn="ctr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medicine system</a:t>
            </a:r>
            <a:endParaRPr lang="en-IN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91" name="Picture 290" descr="image.png">
            <a:extLst>
              <a:ext uri="{FF2B5EF4-FFF2-40B4-BE49-F238E27FC236}">
                <a16:creationId xmlns:a16="http://schemas.microsoft.com/office/drawing/2014/main" id="{5918AD39-D209-BDF3-E005-6AB0E2950D8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415067" y="2158900"/>
            <a:ext cx="219075" cy="190500"/>
          </a:xfrm>
          <a:prstGeom prst="rect">
            <a:avLst/>
          </a:prstGeom>
        </p:spPr>
      </p:pic>
      <p:sp>
        <p:nvSpPr>
          <p:cNvPr id="292" name="Oval 291">
            <a:extLst>
              <a:ext uri="{FF2B5EF4-FFF2-40B4-BE49-F238E27FC236}">
                <a16:creationId xmlns:a16="http://schemas.microsoft.com/office/drawing/2014/main" id="{B4F1FA6A-27D5-3DE6-838B-96ECE32DB5AF}"/>
              </a:ext>
            </a:extLst>
          </p:cNvPr>
          <p:cNvSpPr/>
          <p:nvPr/>
        </p:nvSpPr>
        <p:spPr>
          <a:xfrm>
            <a:off x="3872142" y="2943650"/>
            <a:ext cx="861060" cy="45932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900" dirty="0"/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79DC1614-22F4-5702-CE97-C5A0C54AF620}"/>
              </a:ext>
            </a:extLst>
          </p:cNvPr>
          <p:cNvSpPr txBox="1"/>
          <p:nvPr/>
        </p:nvSpPr>
        <p:spPr>
          <a:xfrm>
            <a:off x="4031630" y="3198613"/>
            <a:ext cx="5918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Front end</a:t>
            </a:r>
            <a:endParaRPr lang="en-IN" sz="800" dirty="0"/>
          </a:p>
        </p:txBody>
      </p:sp>
      <p:sp>
        <p:nvSpPr>
          <p:cNvPr id="302" name="Oval 301">
            <a:extLst>
              <a:ext uri="{FF2B5EF4-FFF2-40B4-BE49-F238E27FC236}">
                <a16:creationId xmlns:a16="http://schemas.microsoft.com/office/drawing/2014/main" id="{ECE104FF-BA0C-D591-1A33-A56F93758DD1}"/>
              </a:ext>
            </a:extLst>
          </p:cNvPr>
          <p:cNvSpPr/>
          <p:nvPr/>
        </p:nvSpPr>
        <p:spPr>
          <a:xfrm>
            <a:off x="2866184" y="3763227"/>
            <a:ext cx="861060" cy="459323"/>
          </a:xfrm>
          <a:prstGeom prst="ellipse">
            <a:avLst/>
          </a:prstGeom>
          <a:solidFill>
            <a:srgbClr val="8652E4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900" dirty="0"/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3E6B4C88-7F63-B145-AEE7-A4E9E827FB2A}"/>
              </a:ext>
            </a:extLst>
          </p:cNvPr>
          <p:cNvSpPr txBox="1"/>
          <p:nvPr/>
        </p:nvSpPr>
        <p:spPr>
          <a:xfrm>
            <a:off x="3012822" y="3959130"/>
            <a:ext cx="5677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database</a:t>
            </a:r>
            <a:endParaRPr lang="en-IN" sz="800" dirty="0"/>
          </a:p>
        </p:txBody>
      </p:sp>
      <p:sp>
        <p:nvSpPr>
          <p:cNvPr id="307" name="Oval 306">
            <a:extLst>
              <a:ext uri="{FF2B5EF4-FFF2-40B4-BE49-F238E27FC236}">
                <a16:creationId xmlns:a16="http://schemas.microsoft.com/office/drawing/2014/main" id="{7D07D55D-5E68-8B59-11FC-AA93F320EBEC}"/>
              </a:ext>
            </a:extLst>
          </p:cNvPr>
          <p:cNvSpPr/>
          <p:nvPr/>
        </p:nvSpPr>
        <p:spPr>
          <a:xfrm>
            <a:off x="4974065" y="3770747"/>
            <a:ext cx="861060" cy="459323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900" dirty="0"/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9FBD818F-81C9-022B-4705-CCCCD888018C}"/>
              </a:ext>
            </a:extLst>
          </p:cNvPr>
          <p:cNvSpPr txBox="1"/>
          <p:nvPr/>
        </p:nvSpPr>
        <p:spPr>
          <a:xfrm>
            <a:off x="5066212" y="3977645"/>
            <a:ext cx="7008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Backend API</a:t>
            </a:r>
            <a:endParaRPr lang="en-IN" sz="800" dirty="0"/>
          </a:p>
        </p:txBody>
      </p:sp>
      <p:sp>
        <p:nvSpPr>
          <p:cNvPr id="314" name="Oval 313">
            <a:extLst>
              <a:ext uri="{FF2B5EF4-FFF2-40B4-BE49-F238E27FC236}">
                <a16:creationId xmlns:a16="http://schemas.microsoft.com/office/drawing/2014/main" id="{613160D6-17FE-C5C8-740D-08939E6C9448}"/>
              </a:ext>
            </a:extLst>
          </p:cNvPr>
          <p:cNvSpPr/>
          <p:nvPr/>
        </p:nvSpPr>
        <p:spPr>
          <a:xfrm>
            <a:off x="3906679" y="4640379"/>
            <a:ext cx="861060" cy="459323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900" dirty="0"/>
          </a:p>
        </p:txBody>
      </p:sp>
      <p:pic>
        <p:nvPicPr>
          <p:cNvPr id="316" name="Picture 315" descr="image.png">
            <a:extLst>
              <a:ext uri="{FF2B5EF4-FFF2-40B4-BE49-F238E27FC236}">
                <a16:creationId xmlns:a16="http://schemas.microsoft.com/office/drawing/2014/main" id="{D1749405-A122-9C75-22CC-847FEA4DBFA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224567" y="4656593"/>
            <a:ext cx="190500" cy="190500"/>
          </a:xfrm>
          <a:prstGeom prst="rect">
            <a:avLst/>
          </a:prstGeom>
        </p:spPr>
      </p:pic>
      <p:sp>
        <p:nvSpPr>
          <p:cNvPr id="317" name="TextBox 316">
            <a:extLst>
              <a:ext uri="{FF2B5EF4-FFF2-40B4-BE49-F238E27FC236}">
                <a16:creationId xmlns:a16="http://schemas.microsoft.com/office/drawing/2014/main" id="{02EE48EB-7258-ED02-9478-E15E9211D658}"/>
              </a:ext>
            </a:extLst>
          </p:cNvPr>
          <p:cNvSpPr txBox="1"/>
          <p:nvPr/>
        </p:nvSpPr>
        <p:spPr>
          <a:xfrm>
            <a:off x="3953092" y="4818398"/>
            <a:ext cx="8146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Edge hardware</a:t>
            </a:r>
            <a:endParaRPr lang="en-IN" sz="800" dirty="0"/>
          </a:p>
        </p:txBody>
      </p:sp>
      <p:pic>
        <p:nvPicPr>
          <p:cNvPr id="322" name="Picture 321">
            <a:extLst>
              <a:ext uri="{FF2B5EF4-FFF2-40B4-BE49-F238E27FC236}">
                <a16:creationId xmlns:a16="http://schemas.microsoft.com/office/drawing/2014/main" id="{647286FB-01AC-044A-B1D0-0E8C464DCAF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10800000" flipH="1" flipV="1">
            <a:off x="6256192" y="2089588"/>
            <a:ext cx="347548" cy="308907"/>
          </a:xfrm>
          <a:prstGeom prst="rect">
            <a:avLst/>
          </a:prstGeom>
        </p:spPr>
      </p:pic>
      <p:pic>
        <p:nvPicPr>
          <p:cNvPr id="324" name="Picture 323">
            <a:extLst>
              <a:ext uri="{FF2B5EF4-FFF2-40B4-BE49-F238E27FC236}">
                <a16:creationId xmlns:a16="http://schemas.microsoft.com/office/drawing/2014/main" id="{598875E3-9852-7F7C-2D0A-A345F3F4AAB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061425" y="2057604"/>
            <a:ext cx="261582" cy="346419"/>
          </a:xfrm>
          <a:prstGeom prst="rect">
            <a:avLst/>
          </a:prstGeom>
        </p:spPr>
      </p:pic>
      <p:pic>
        <p:nvPicPr>
          <p:cNvPr id="326" name="Picture 325">
            <a:extLst>
              <a:ext uri="{FF2B5EF4-FFF2-40B4-BE49-F238E27FC236}">
                <a16:creationId xmlns:a16="http://schemas.microsoft.com/office/drawing/2014/main" id="{D81F8360-2CEC-3051-376B-54259578935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flipH="1">
            <a:off x="506640" y="2859699"/>
            <a:ext cx="285258" cy="259902"/>
          </a:xfrm>
          <a:prstGeom prst="rect">
            <a:avLst/>
          </a:prstGeom>
        </p:spPr>
      </p:pic>
      <p:pic>
        <p:nvPicPr>
          <p:cNvPr id="336" name="Picture 335" descr="image.png">
            <a:extLst>
              <a:ext uri="{FF2B5EF4-FFF2-40B4-BE49-F238E27FC236}">
                <a16:creationId xmlns:a16="http://schemas.microsoft.com/office/drawing/2014/main" id="{EBC24723-A051-221C-DD24-2014455B936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21686" y="4843137"/>
            <a:ext cx="243683" cy="243683"/>
          </a:xfrm>
          <a:prstGeom prst="rect">
            <a:avLst/>
          </a:prstGeom>
        </p:spPr>
      </p:pic>
      <p:pic>
        <p:nvPicPr>
          <p:cNvPr id="342" name="Picture 341">
            <a:extLst>
              <a:ext uri="{FF2B5EF4-FFF2-40B4-BE49-F238E27FC236}">
                <a16:creationId xmlns:a16="http://schemas.microsoft.com/office/drawing/2014/main" id="{4AAC79BB-342C-46C6-B23C-70159F9227C8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flipH="1">
            <a:off x="4163508" y="2964399"/>
            <a:ext cx="285258" cy="2599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DAE0FD-84D4-2979-612F-9D07F15ED7BA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70504" y="3461185"/>
            <a:ext cx="378784" cy="3419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8074CE-FEA3-EAA9-6877-9E3911D5F8E8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220152" y="3743402"/>
            <a:ext cx="378784" cy="3419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75A341-5039-E43D-FF6D-DF093F4CCD9F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73699" y="4137877"/>
            <a:ext cx="318199" cy="3477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56CFF0-86F4-183A-B83A-B7977B39E30D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113072" y="3719088"/>
            <a:ext cx="318199" cy="3477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28775"/>
            <a:ext cx="3492400" cy="4848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650" y="1628775"/>
            <a:ext cx="3492549" cy="4848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950" y="1628775"/>
            <a:ext cx="3492400" cy="4848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295199" y="465381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150" b="1" i="0" u="none" dirty="0">
                <a:solidFill>
                  <a:srgbClr val="102A43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221" y="1924050"/>
            <a:ext cx="316695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102A43"/>
                </a:solidFill>
                <a:latin typeface="Times New Roman"/>
              </a:rPr>
              <a:t>Technical Feasibility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625" y="2352675"/>
            <a:ext cx="3016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12368" y="1924050"/>
            <a:ext cx="3167114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102A43"/>
                </a:solidFill>
                <a:latin typeface="Times New Roman"/>
              </a:rPr>
              <a:t>Economic Viability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87775" y="2352675"/>
            <a:ext cx="30162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90671" y="1924050"/>
            <a:ext cx="316695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102A43"/>
                </a:solidFill>
                <a:latin typeface="Times New Roman"/>
              </a:rPr>
              <a:t>Operational Viability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075" y="2352675"/>
            <a:ext cx="3016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6309" y="2521807"/>
            <a:ext cx="2682775" cy="7106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889"/>
              </a:lnSpc>
              <a:buFont typeface="Wingdings" panose="05000000000000000000" pitchFamily="2" charset="2"/>
              <a:buChar char="v"/>
            </a:pPr>
            <a:r>
              <a:rPr sz="1350" b="0" i="0" u="none" dirty="0">
                <a:solidFill>
                  <a:srgbClr val="334155"/>
                </a:solidFill>
                <a:latin typeface="Times New Roman"/>
              </a:rPr>
              <a:t>Proven technologies: React, Python, AI, OCR &amp; Speech Recognition.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6310" y="3353516"/>
            <a:ext cx="2682775" cy="7106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889"/>
              </a:lnSpc>
              <a:buFont typeface="Wingdings" panose="05000000000000000000" pitchFamily="2" charset="2"/>
              <a:buChar char="v"/>
            </a:pPr>
            <a:r>
              <a:rPr sz="1350" b="0" i="0" u="none" dirty="0">
                <a:solidFill>
                  <a:srgbClr val="334155"/>
                </a:solidFill>
                <a:latin typeface="Times New Roman"/>
              </a:rPr>
              <a:t>AI effectively collects and structures complex patient history accurately.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6311" y="4149669"/>
            <a:ext cx="2682775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889"/>
              </a:lnSpc>
              <a:buFont typeface="Wingdings" panose="05000000000000000000" pitchFamily="2" charset="2"/>
              <a:buChar char="v"/>
            </a:pPr>
            <a:r>
              <a:rPr sz="1350" b="0" i="0" u="none" dirty="0">
                <a:solidFill>
                  <a:srgbClr val="334155"/>
                </a:solidFill>
                <a:latin typeface="Times New Roman"/>
              </a:rPr>
              <a:t>Digital scanning converts physical medical documents into usable, searchable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6312" y="4921940"/>
            <a:ext cx="2682775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889"/>
              </a:lnSpc>
              <a:buFont typeface="Wingdings" panose="05000000000000000000" pitchFamily="2" charset="2"/>
              <a:buChar char="v"/>
            </a:pPr>
            <a:r>
              <a:rPr sz="1350" b="0" i="0" u="none" dirty="0">
                <a:solidFill>
                  <a:srgbClr val="334155"/>
                </a:solidFill>
                <a:latin typeface="Times New Roman"/>
              </a:rPr>
              <a:t>Secure digital storage enables highly organized and safe medical records management.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21150" y="2600325"/>
            <a:ext cx="2682924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889"/>
              </a:lnSpc>
              <a:buFont typeface="Wingdings" panose="05000000000000000000" pitchFamily="2" charset="2"/>
              <a:buChar char="v"/>
            </a:pPr>
            <a:r>
              <a:rPr sz="1350" b="0" i="0" u="none" dirty="0">
                <a:solidFill>
                  <a:srgbClr val="334155"/>
                </a:solidFill>
                <a:latin typeface="Times New Roman"/>
              </a:rPr>
              <a:t>Open-source technologies significantly reduce initial development and licensing costs.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21150" y="3491507"/>
            <a:ext cx="2682924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889"/>
              </a:lnSpc>
              <a:buFont typeface="Wingdings" panose="05000000000000000000" pitchFamily="2" charset="2"/>
              <a:buChar char="v"/>
            </a:pPr>
            <a:r>
              <a:rPr sz="1350" b="0" i="0" u="none" dirty="0">
                <a:solidFill>
                  <a:srgbClr val="334155"/>
                </a:solidFill>
                <a:latin typeface="Times New Roman"/>
              </a:rPr>
              <a:t>Cloud deployment enables a highly scalable, pay-as-you-use server infrastructure.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1150" y="4382690"/>
            <a:ext cx="2682924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889"/>
              </a:lnSpc>
              <a:buFont typeface="Wingdings" panose="05000000000000000000" pitchFamily="2" charset="2"/>
              <a:buChar char="v"/>
            </a:pPr>
            <a:r>
              <a:rPr sz="1350" b="0" i="0" u="none" dirty="0">
                <a:solidFill>
                  <a:srgbClr val="334155"/>
                </a:solidFill>
                <a:latin typeface="Times New Roman"/>
              </a:rPr>
              <a:t>Saves valuable consultation time, directly improving overall hospital resource utilization.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21150" y="5273873"/>
            <a:ext cx="2682924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889"/>
              </a:lnSpc>
              <a:buFont typeface="Wingdings" panose="05000000000000000000" pitchFamily="2" charset="2"/>
              <a:buChar char="v"/>
            </a:pPr>
            <a:r>
              <a:rPr sz="1350" b="0" i="0" u="none" dirty="0">
                <a:solidFill>
                  <a:srgbClr val="334155"/>
                </a:solidFill>
                <a:latin typeface="Times New Roman"/>
              </a:rPr>
              <a:t>Highly scalable business model, adaptable from small clinics to massive hospital networks.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99450" y="2600325"/>
            <a:ext cx="2682775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889"/>
              </a:lnSpc>
              <a:buFont typeface="Wingdings" panose="05000000000000000000" pitchFamily="2" charset="2"/>
              <a:buChar char="v"/>
            </a:pPr>
            <a:r>
              <a:rPr sz="1350" b="0" i="0" u="none" dirty="0">
                <a:solidFill>
                  <a:srgbClr val="334155"/>
                </a:solidFill>
                <a:latin typeface="Times New Roman"/>
              </a:rPr>
              <a:t>Fits naturally and seamlessly into the existing clinical pre-consultation workflow.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9450" y="3491507"/>
            <a:ext cx="2682775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889"/>
              </a:lnSpc>
              <a:buFont typeface="Wingdings" panose="05000000000000000000" pitchFamily="2" charset="2"/>
              <a:buChar char="v"/>
            </a:pPr>
            <a:r>
              <a:rPr sz="1350" b="0" i="0" u="none">
                <a:solidFill>
                  <a:srgbClr val="334155"/>
                </a:solidFill>
                <a:latin typeface="Times New Roman"/>
              </a:rPr>
              <a:t>Reduces repetitive history-taking, saving significant time for attending doctors.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9450" y="4382690"/>
            <a:ext cx="2682775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889"/>
              </a:lnSpc>
              <a:buFont typeface="Wingdings" panose="05000000000000000000" pitchFamily="2" charset="2"/>
              <a:buChar char="v"/>
            </a:pPr>
            <a:r>
              <a:rPr sz="1350" b="0" i="0" u="none">
                <a:solidFill>
                  <a:srgbClr val="334155"/>
                </a:solidFill>
                <a:latin typeface="Times New Roman"/>
              </a:rPr>
              <a:t>Doctor acts as the ultimate authority, verifying and approving the AI-generated summary.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99450" y="5273873"/>
            <a:ext cx="2682775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1889"/>
              </a:lnSpc>
              <a:buFont typeface="Wingdings" panose="05000000000000000000" pitchFamily="2" charset="2"/>
              <a:buChar char="v"/>
            </a:pPr>
            <a:r>
              <a:rPr sz="1350" b="0" i="0" u="none">
                <a:solidFill>
                  <a:srgbClr val="334155"/>
                </a:solidFill>
                <a:latin typeface="Times New Roman"/>
              </a:rPr>
              <a:t>Voice, touchscreen &amp; multilingual interactions vastly improve patient accessibility.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" y="95250"/>
            <a:ext cx="11049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Times New Roman"/>
              </a:rPr>
              <a:t>MediSaarthi</a:t>
            </a:r>
            <a:endParaRPr sz="2000" b="1" i="0" u="none" dirty="0">
              <a:solidFill>
                <a:schemeClr val="tx2">
                  <a:lumMod val="50000"/>
                </a:schemeClr>
              </a:solidFill>
              <a:latin typeface="Times New Roman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C26B461-5F29-905F-9DE6-AEBF7207D79F}"/>
              </a:ext>
            </a:extLst>
          </p:cNvPr>
          <p:cNvSpPr/>
          <p:nvPr/>
        </p:nvSpPr>
        <p:spPr>
          <a:xfrm>
            <a:off x="247650" y="1283716"/>
            <a:ext cx="11458575" cy="45719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5EA5FF34-7DD9-C8FD-52C2-619C611C8F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6875" y="-10563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83D16C-C0A4-5826-3E1A-1348E035C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101513"/>
              </p:ext>
            </p:extLst>
          </p:nvPr>
        </p:nvGraphicFramePr>
        <p:xfrm>
          <a:off x="5574890" y="1620207"/>
          <a:ext cx="6445965" cy="51229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8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8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8826">
                <a:tc>
                  <a:txBody>
                    <a:bodyPr/>
                    <a:lstStyle/>
                    <a:p>
                      <a:pPr algn="l"/>
                      <a:r>
                        <a:rPr sz="1800" b="0" i="0" u="none" dirty="0">
                          <a:solidFill>
                            <a:srgbClr val="FFFFFF"/>
                          </a:solidFill>
                          <a:latin typeface="Poppins SemiBold"/>
                        </a:rPr>
                        <a:t>Feature</a:t>
                      </a:r>
                      <a:r>
                        <a:rPr lang="en-IN" sz="1800" b="0" i="0" u="none" dirty="0">
                          <a:solidFill>
                            <a:srgbClr val="FFFFFF"/>
                          </a:solidFill>
                          <a:latin typeface="Poppins SemiBold"/>
                        </a:rPr>
                        <a:t>   Area</a:t>
                      </a:r>
                      <a:endParaRPr sz="1800" b="0" i="0" u="none" dirty="0">
                        <a:solidFill>
                          <a:srgbClr val="FFFFFF"/>
                        </a:solidFill>
                        <a:latin typeface="Poppins SemiBold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 dirty="0">
                          <a:solidFill>
                            <a:srgbClr val="FFFFFF"/>
                          </a:solidFill>
                          <a:latin typeface="Poppins SemiBold"/>
                        </a:rPr>
                        <a:t>Existing EMRs &amp; Consumer Pillboxes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 err="1">
                          <a:solidFill>
                            <a:srgbClr val="FFFFFF"/>
                          </a:solidFill>
                          <a:latin typeface="Poppins SemiBold"/>
                        </a:rPr>
                        <a:t>MediSaarthi</a:t>
                      </a:r>
                      <a:r>
                        <a:rPr sz="1600" b="0" i="0" u="none" dirty="0">
                          <a:solidFill>
                            <a:srgbClr val="FFFFFF"/>
                          </a:solidFill>
                          <a:latin typeface="Poppins SemiBold"/>
                        </a:rPr>
                        <a:t> </a:t>
                      </a:r>
                      <a:endParaRPr lang="en-IN" sz="1600" b="0" i="0" u="none">
                        <a:solidFill>
                          <a:srgbClr val="FFFFFF"/>
                        </a:solidFill>
                        <a:latin typeface="Poppins SemiBold"/>
                      </a:endParaRPr>
                    </a:p>
                    <a:p>
                      <a:pPr algn="l"/>
                      <a:r>
                        <a:rPr sz="16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(</a:t>
                      </a:r>
                      <a:r>
                        <a:rPr sz="1600" b="0" i="0" u="none" dirty="0">
                          <a:solidFill>
                            <a:srgbClr val="FFFFFF"/>
                          </a:solidFill>
                          <a:latin typeface="Poppins SemiBold"/>
                        </a:rPr>
                        <a:t>Our Solution)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8520">
                <a:tc>
                  <a:txBody>
                    <a:bodyPr/>
                    <a:lstStyle/>
                    <a:p>
                      <a:pPr algn="l"/>
                      <a:r>
                        <a:rPr lang="en-IN" sz="1400" b="0" i="0" u="none" dirty="0">
                          <a:solidFill>
                            <a:srgbClr val="0F172A"/>
                          </a:solidFill>
                          <a:latin typeface="Inter SemiBold"/>
                        </a:rPr>
                        <a:t> </a:t>
                      </a:r>
                      <a:r>
                        <a:rPr sz="1400" b="0" i="0" u="none" dirty="0">
                          <a:solidFill>
                            <a:srgbClr val="0F172A"/>
                          </a:solidFill>
                          <a:latin typeface="Inter SemiBold"/>
                        </a:rPr>
                        <a:t>System Scope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Isolated. Software stops at digital registration. Hardware only provides standalone reminders.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065F46"/>
                          </a:solidFill>
                          <a:latin typeface="Inter SemiBold"/>
                        </a:rPr>
                        <a:t>Closed-Loop. Links pre-consultation case-taking directly to post-care home tracking.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8520">
                <a:tc>
                  <a:txBody>
                    <a:bodyPr/>
                    <a:lstStyle/>
                    <a:p>
                      <a:pPr algn="l"/>
                      <a:r>
                        <a:rPr lang="en-IN" sz="1400" b="0" i="0" u="none" dirty="0">
                          <a:solidFill>
                            <a:srgbClr val="0F172A"/>
                          </a:solidFill>
                          <a:latin typeface="Inter SemiBold"/>
                        </a:rPr>
                        <a:t> </a:t>
                      </a:r>
                      <a:r>
                        <a:rPr sz="1400" b="0" i="0" u="none" dirty="0">
                          <a:solidFill>
                            <a:srgbClr val="0F172A"/>
                          </a:solidFill>
                          <a:latin typeface="Inter SemiBold"/>
                        </a:rPr>
                        <a:t>Pre-Consult </a:t>
                      </a:r>
                      <a:r>
                        <a:rPr lang="en-IN" sz="1400" b="0" i="0" u="none" dirty="0">
                          <a:solidFill>
                            <a:srgbClr val="0F172A"/>
                          </a:solidFill>
                          <a:latin typeface="Inter SemiBold"/>
                        </a:rPr>
                        <a:t>    </a:t>
                      </a:r>
                      <a:r>
                        <a:rPr sz="1400" b="0" i="0" u="none" dirty="0">
                          <a:solidFill>
                            <a:srgbClr val="0F172A"/>
                          </a:solidFill>
                          <a:latin typeface="Inter SemiBold"/>
                        </a:rPr>
                        <a:t>Input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English-only text typing or manual paper transcription by hospital staff.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065F46"/>
                          </a:solidFill>
                          <a:latin typeface="Inter SemiBold"/>
                        </a:rPr>
                        <a:t>Multilingual Voice AI (Bhashini) with automated NLP entity and symptom extraction.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8520"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0F172A"/>
                          </a:solidFill>
                          <a:latin typeface="Inter SemiBold"/>
                        </a:rPr>
                        <a:t>Hardware Sync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None. Doctors have absolutely zero visibility into home adherence data.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065F46"/>
                          </a:solidFill>
                          <a:latin typeface="Inter SemiBold"/>
                        </a:rPr>
                        <a:t>Direct IoT API Sync. UUID-paired edge device syncs schedules instantly from the doctor's EMR.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8520">
                <a:tc>
                  <a:txBody>
                    <a:bodyPr/>
                    <a:lstStyle/>
                    <a:p>
                      <a:pPr algn="l"/>
                      <a:r>
                        <a:rPr lang="en-IN" sz="1400" b="0" i="0" u="none" dirty="0">
                          <a:solidFill>
                            <a:srgbClr val="0F172A"/>
                          </a:solidFill>
                          <a:latin typeface="Inter SemiBold"/>
                        </a:rPr>
                        <a:t> Verification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Blind trust or manual "Mark as Taken" app buttons (easily faked or forgotten).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065F46"/>
                          </a:solidFill>
                          <a:latin typeface="Inter SemiBold"/>
                        </a:rPr>
                        <a:t>Physical verification via ESP32-CAM &amp; Sensor + automated Caregiver GSM alerts.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2A2DA56-DC8B-2D1B-3BC0-66FCD1213D27}"/>
              </a:ext>
            </a:extLst>
          </p:cNvPr>
          <p:cNvSpPr txBox="1"/>
          <p:nvPr/>
        </p:nvSpPr>
        <p:spPr>
          <a:xfrm>
            <a:off x="0" y="267618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Edge Over Existing Solutions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B4F415-CFDC-E670-0442-DACAC72AAB48}"/>
              </a:ext>
            </a:extLst>
          </p:cNvPr>
          <p:cNvSpPr/>
          <p:nvPr/>
        </p:nvSpPr>
        <p:spPr>
          <a:xfrm>
            <a:off x="266338" y="1051634"/>
            <a:ext cx="11458575" cy="45719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B9DD75-B28E-337D-D6B4-BE496FCACF74}"/>
              </a:ext>
            </a:extLst>
          </p:cNvPr>
          <p:cNvSpPr txBox="1"/>
          <p:nvPr/>
        </p:nvSpPr>
        <p:spPr>
          <a:xfrm>
            <a:off x="5574890" y="11741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sz="1800" b="1" i="0" u="none" dirty="0">
                <a:solidFill>
                  <a:srgbClr val="0F172A"/>
                </a:solidFill>
                <a:latin typeface="Poppins"/>
              </a:rPr>
              <a:t>COMPETITIVE ADVANTAGE MATRIX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31B007-BB17-03AD-0AE1-F0CA5B98A22E}"/>
              </a:ext>
            </a:extLst>
          </p:cNvPr>
          <p:cNvSpPr txBox="1"/>
          <p:nvPr/>
        </p:nvSpPr>
        <p:spPr>
          <a:xfrm>
            <a:off x="171145" y="1789723"/>
            <a:ext cx="6096000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0"/>
              </a:lnSpc>
            </a:pPr>
            <a:r>
              <a:rPr lang="en-IN" sz="1350" b="1" i="0" u="none" dirty="0">
                <a:solidFill>
                  <a:srgbClr val="0F172A"/>
                </a:solidFill>
                <a:latin typeface="Poppins"/>
              </a:rPr>
              <a:t>1. Zero-Friction Pairing: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3B4797-99B9-36F2-9D3A-E1106FF39E14}"/>
              </a:ext>
            </a:extLst>
          </p:cNvPr>
          <p:cNvSpPr txBox="1"/>
          <p:nvPr/>
        </p:nvSpPr>
        <p:spPr>
          <a:xfrm>
            <a:off x="377623" y="2181142"/>
            <a:ext cx="49907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1575"/>
              </a:lnSpc>
              <a:buFont typeface="Wingdings" panose="05000000000000000000" pitchFamily="2" charset="2"/>
              <a:buChar char="v"/>
            </a:pPr>
            <a:r>
              <a:rPr lang="en-US" sz="1400" b="0" i="0" u="none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Eliminates complex IT integration. Pairs the web portal directly to the hardware using a simple 6-digit UUID over Wi-Fi/MQTT.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DBA99F-1D64-E365-C8AA-8A0D3B9654E6}"/>
              </a:ext>
            </a:extLst>
          </p:cNvPr>
          <p:cNvSpPr txBox="1"/>
          <p:nvPr/>
        </p:nvSpPr>
        <p:spPr>
          <a:xfrm>
            <a:off x="171145" y="3031571"/>
            <a:ext cx="6096000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0"/>
              </a:lnSpc>
            </a:pPr>
            <a:r>
              <a:rPr lang="en-IN" sz="1350" b="1" i="0" u="none" dirty="0">
                <a:solidFill>
                  <a:srgbClr val="0F172A"/>
                </a:solidFill>
                <a:latin typeface="Poppins"/>
              </a:rPr>
              <a:t>2. Voice-First Triage: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D6B1D1-A1F2-9E27-2508-6617AF162B58}"/>
              </a:ext>
            </a:extLst>
          </p:cNvPr>
          <p:cNvSpPr txBox="1"/>
          <p:nvPr/>
        </p:nvSpPr>
        <p:spPr>
          <a:xfrm>
            <a:off x="377623" y="3405849"/>
            <a:ext cx="48236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1575"/>
              </a:lnSpc>
              <a:buFont typeface="Wingdings" panose="05000000000000000000" pitchFamily="2" charset="2"/>
              <a:buChar char="v"/>
            </a:pPr>
            <a:r>
              <a:rPr lang="en-US" sz="1400" b="0" i="0" u="none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Integrates Bhashini AI for multilingual voice intake. Calculates severity (1-10) and auto-routes patients before they enter the cabin.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B68EBE-6BE2-8074-2269-740DC87C5B76}"/>
              </a:ext>
            </a:extLst>
          </p:cNvPr>
          <p:cNvSpPr txBox="1"/>
          <p:nvPr/>
        </p:nvSpPr>
        <p:spPr>
          <a:xfrm>
            <a:off x="171145" y="4117842"/>
            <a:ext cx="6096000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0"/>
              </a:lnSpc>
            </a:pPr>
            <a:r>
              <a:rPr lang="en-IN" sz="1350" b="1" i="0" u="none" dirty="0">
                <a:solidFill>
                  <a:srgbClr val="0F172A"/>
                </a:solidFill>
                <a:latin typeface="Poppins"/>
              </a:rPr>
              <a:t>3. Dual-Medicine Standards: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D1AF1D-8CEA-E54F-AA0E-BF26E7DB9CC4}"/>
              </a:ext>
            </a:extLst>
          </p:cNvPr>
          <p:cNvSpPr txBox="1"/>
          <p:nvPr/>
        </p:nvSpPr>
        <p:spPr>
          <a:xfrm>
            <a:off x="377623" y="4432883"/>
            <a:ext cx="48236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1575"/>
              </a:lnSpc>
              <a:buFont typeface="Wingdings" panose="05000000000000000000" pitchFamily="2" charset="2"/>
              <a:buChar char="v"/>
            </a:pPr>
            <a:r>
              <a:rPr lang="en-IN" sz="1400" b="0" i="0" u="none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Fully ABDM/FHIR compliant while uniquely capturing AYUSH baselines (Prakriti, Diet, Sleep) for a comprehensive clinical draft.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E2A405-A398-2772-31F8-F85139B150CB}"/>
              </a:ext>
            </a:extLst>
          </p:cNvPr>
          <p:cNvSpPr txBox="1"/>
          <p:nvPr/>
        </p:nvSpPr>
        <p:spPr>
          <a:xfrm>
            <a:off x="171145" y="5237793"/>
            <a:ext cx="6096000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0"/>
              </a:lnSpc>
            </a:pPr>
            <a:r>
              <a:rPr lang="en-IN" sz="1350" b="1" i="0" u="none" dirty="0">
                <a:solidFill>
                  <a:srgbClr val="0F172A"/>
                </a:solidFill>
                <a:latin typeface="Poppins"/>
              </a:rPr>
              <a:t>4. Triple-Layer Tracking: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93DA31-013B-6BCE-95B7-B3D267F4EDBB}"/>
              </a:ext>
            </a:extLst>
          </p:cNvPr>
          <p:cNvSpPr txBox="1"/>
          <p:nvPr/>
        </p:nvSpPr>
        <p:spPr>
          <a:xfrm>
            <a:off x="377623" y="5538048"/>
            <a:ext cx="49349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1575"/>
              </a:lnSpc>
              <a:buFont typeface="Wingdings" panose="05000000000000000000" pitchFamily="2" charset="2"/>
              <a:buChar char="v"/>
            </a:pPr>
            <a:r>
              <a:rPr lang="en-US" sz="1400" b="0" i="0" u="none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Replaces manual app buttons with physical dose verification (Camera + Sensor), backed by offline RTC alarms and GSM SMS alerts.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0709FA6-F971-6887-3459-18BC768975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076" y="-10703"/>
            <a:ext cx="2249850" cy="106233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49F5487-C773-710D-EA2B-E086F6228CAD}"/>
              </a:ext>
            </a:extLst>
          </p:cNvPr>
          <p:cNvSpPr txBox="1"/>
          <p:nvPr/>
        </p:nvSpPr>
        <p:spPr>
          <a:xfrm>
            <a:off x="238125" y="1204919"/>
            <a:ext cx="1171575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sz="20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UNIQUENESS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E9D36B-FA63-AFEB-A53E-9D47D4207D77}"/>
              </a:ext>
            </a:extLst>
          </p:cNvPr>
          <p:cNvSpPr txBox="1"/>
          <p:nvPr/>
        </p:nvSpPr>
        <p:spPr>
          <a:xfrm>
            <a:off x="171145" y="104290"/>
            <a:ext cx="16177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MediSaarthi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43510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2030313"/>
            <a:ext cx="3663850" cy="600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925" y="2030313"/>
            <a:ext cx="3663999" cy="600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450" y="2030313"/>
            <a:ext cx="3663850" cy="600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107847" y="54901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150" b="1" i="0" u="none" dirty="0">
                <a:solidFill>
                  <a:srgbClr val="102A43"/>
                </a:solidFill>
                <a:latin typeface="Times New Roman"/>
              </a:rPr>
              <a:t>IMPACT AND BENEFITS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897088"/>
            <a:ext cx="13335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6800" y="2849463"/>
            <a:ext cx="297805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 dirty="0">
                <a:solidFill>
                  <a:srgbClr val="102A43"/>
                </a:solidFill>
                <a:latin typeface="Times New Roman"/>
              </a:rPr>
              <a:t>Doctors:</a:t>
            </a:r>
            <a:r>
              <a:rPr sz="1350" b="0" i="0" u="none" dirty="0">
                <a:solidFill>
                  <a:srgbClr val="1E293B"/>
                </a:solidFill>
                <a:latin typeface="Times New Roman"/>
              </a:rPr>
              <a:t> Saves up to 60% of history-taking time per patient, allowing focus on direct clinical examination.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3475" y="2897088"/>
            <a:ext cx="13335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40175" y="2849463"/>
            <a:ext cx="297819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1E293B"/>
                </a:solidFill>
                <a:latin typeface="Times New Roman"/>
              </a:rPr>
              <a:t>Full alignment with the Ayushman Bharat Digital Mission (ABDM).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000" y="2897088"/>
            <a:ext cx="13335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13700" y="2849463"/>
            <a:ext cx="29780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1E293B"/>
                </a:solidFill>
                <a:latin typeface="Times New Roman"/>
              </a:rPr>
              <a:t>Significantly reduces hospital wait times and alleviates severe OPD congestion.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4045446"/>
            <a:ext cx="13335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66800" y="3997821"/>
            <a:ext cx="297805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02A43"/>
                </a:solidFill>
                <a:latin typeface="Times New Roman"/>
              </a:rPr>
              <a:t>Patients:</a:t>
            </a:r>
            <a:r>
              <a:rPr sz="1350" b="0" i="0" u="none">
                <a:solidFill>
                  <a:srgbClr val="1E293B"/>
                </a:solidFill>
                <a:latin typeface="Times New Roman"/>
              </a:rPr>
              <a:t> Voice-first UI helps low-literacy users. Smart reminders prevent missed doses and accidental double-dosing.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3475" y="4045446"/>
            <a:ext cx="133350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40175" y="3997821"/>
            <a:ext cx="297819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1E293B"/>
                </a:solidFill>
                <a:latin typeface="Times New Roman"/>
              </a:rPr>
              <a:t>Patient data is natively exported in standard FHIR JSON formats.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7000" y="4045446"/>
            <a:ext cx="133350" cy="152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413700" y="3997821"/>
            <a:ext cx="29780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1E293B"/>
                </a:solidFill>
                <a:latin typeface="Times New Roman"/>
              </a:rPr>
              <a:t>Improves national health outcomes across various demographics.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5193803"/>
            <a:ext cx="13335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66800" y="5146178"/>
            <a:ext cx="297805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 dirty="0">
                <a:solidFill>
                  <a:srgbClr val="102A43"/>
                </a:solidFill>
                <a:latin typeface="Times New Roman"/>
              </a:rPr>
              <a:t>Caregivers:</a:t>
            </a:r>
            <a:r>
              <a:rPr sz="1350" b="0" i="0" u="none" dirty="0">
                <a:solidFill>
                  <a:srgbClr val="1E293B"/>
                </a:solidFill>
                <a:latin typeface="Times New Roman"/>
              </a:rPr>
              <a:t> Receive real-time SMS/Call escalations immediately if a critical dose is missed.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3475" y="5193803"/>
            <a:ext cx="13335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40175" y="5146178"/>
            <a:ext cx="297819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1E293B"/>
                </a:solidFill>
                <a:latin typeface="Times New Roman"/>
              </a:rPr>
              <a:t>System architecture is fully ready for seamless ABHA ID linkage.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000" y="5193803"/>
            <a:ext cx="133350" cy="152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413700" y="5146178"/>
            <a:ext cx="297805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1E293B"/>
                </a:solidFill>
                <a:latin typeface="Times New Roman"/>
              </a:rPr>
              <a:t>Shifts the care paradigm from passive prescription to active adherence monitoring.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B9575C-03CF-2663-82B1-7C6A884DE36C}"/>
              </a:ext>
            </a:extLst>
          </p:cNvPr>
          <p:cNvSpPr txBox="1"/>
          <p:nvPr/>
        </p:nvSpPr>
        <p:spPr>
          <a:xfrm>
            <a:off x="334869" y="295245"/>
            <a:ext cx="16225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MediSaarthi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631A99B-264A-9EA2-3E0F-27CAE342EFBD}"/>
              </a:ext>
            </a:extLst>
          </p:cNvPr>
          <p:cNvSpPr/>
          <p:nvPr/>
        </p:nvSpPr>
        <p:spPr>
          <a:xfrm>
            <a:off x="366636" y="1269980"/>
            <a:ext cx="11458575" cy="45719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B72ECDC-8689-63D7-5BDE-7912F985E8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6875" y="-10563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97043"/>
            <a:ext cx="5867400" cy="131980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69250"/>
            <a:ext cx="5867400" cy="131802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082902"/>
            <a:ext cx="5867400" cy="131802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9900" y="2352675"/>
            <a:ext cx="4800600" cy="131802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9900" y="3823096"/>
            <a:ext cx="4800600" cy="107811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9900" y="5053607"/>
            <a:ext cx="4800600" cy="11179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-107848" y="532805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150" b="1" i="0" u="none" dirty="0">
                <a:solidFill>
                  <a:srgbClr val="102A43"/>
                </a:solidFill>
                <a:latin typeface="Times New Roman"/>
              </a:rPr>
              <a:t>RESEARCH, ANALYSIS &amp; 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1628775"/>
            <a:ext cx="5780722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u="none" dirty="0">
                <a:solidFill>
                  <a:srgbClr val="102A43"/>
                </a:solidFill>
                <a:latin typeface="Times New Roman"/>
              </a:rPr>
              <a:t>Project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990725"/>
            <a:ext cx="58674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53275" y="1628775"/>
            <a:ext cx="4690586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u="none" dirty="0">
                <a:solidFill>
                  <a:srgbClr val="102A43"/>
                </a:solidFill>
                <a:latin typeface="Times New Roman"/>
              </a:rPr>
              <a:t>Supporting References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9900" y="1990725"/>
            <a:ext cx="48006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0100" y="2239283"/>
            <a:ext cx="572071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102A43"/>
                </a:solidFill>
                <a:latin typeface="Times New Roman"/>
              </a:rPr>
              <a:t>Gap &amp; Problem Identification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3721650"/>
            <a:ext cx="572071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02A43"/>
                </a:solidFill>
                <a:latin typeface="Times New Roman"/>
              </a:rPr>
              <a:t>Survey &amp; Competitive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5229225"/>
            <a:ext cx="572071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102A43"/>
                </a:solidFill>
                <a:latin typeface="Times New Roman"/>
              </a:rPr>
              <a:t>Field Tests &amp; Simulation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600" y="2544718"/>
            <a:ext cx="52578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Times New Roman"/>
              </a:rPr>
              <a:t>Current case-taking solutions stop at digital registration. None bridge the gap between pre-consultation symptom capture and post-consultation medication adherence.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600" y="4016925"/>
            <a:ext cx="5257800" cy="223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 dirty="0">
                <a:solidFill>
                  <a:srgbClr val="334155"/>
                </a:solidFill>
                <a:latin typeface="Times New Roman"/>
              </a:rPr>
              <a:t>Basic hospital chatbots cannot generate structured clinical drafts for doctors.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600" y="4366021"/>
            <a:ext cx="52578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 dirty="0" err="1">
                <a:solidFill>
                  <a:srgbClr val="334155"/>
                </a:solidFill>
                <a:latin typeface="Times New Roman"/>
              </a:rPr>
              <a:t>MediSaarthi</a:t>
            </a:r>
            <a:r>
              <a:rPr sz="1350" b="0" i="0" u="none" dirty="0">
                <a:solidFill>
                  <a:srgbClr val="334155"/>
                </a:solidFill>
                <a:latin typeface="Times New Roman"/>
              </a:rPr>
              <a:t> uses dynamic NLP to adapt questions based on patient responses and links output to hardware tracking.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0600" y="5621957"/>
            <a:ext cx="5257800" cy="239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Times New Roman"/>
              </a:rPr>
              <a:t>Prototype validated across 3 guided languages.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600" y="5853455"/>
            <a:ext cx="52578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Times New Roman"/>
              </a:rPr>
              <a:t>Hardware successfully synced 5 medicine slots dynamically from the web portal and recorded 30 consecutive dose-history logs.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587580"/>
            <a:ext cx="85725" cy="1428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4059788"/>
            <a:ext cx="85725" cy="1428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624" y="4377332"/>
            <a:ext cx="85725" cy="1428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331" y="5662017"/>
            <a:ext cx="85725" cy="1428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045" y="5890616"/>
            <a:ext cx="85725" cy="14287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371475" y="240968"/>
            <a:ext cx="11049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dirty="0" err="1">
                <a:solidFill>
                  <a:schemeClr val="tx2">
                    <a:lumMod val="50000"/>
                  </a:schemeClr>
                </a:solidFill>
                <a:latin typeface="Times New Roman"/>
              </a:rPr>
              <a:t>M</a:t>
            </a:r>
            <a:r>
              <a:rPr lang="en-US" sz="2000" b="1" i="0" u="none" dirty="0" err="1">
                <a:solidFill>
                  <a:schemeClr val="tx2">
                    <a:lumMod val="50000"/>
                  </a:schemeClr>
                </a:solidFill>
                <a:latin typeface="Times New Roman"/>
              </a:rPr>
              <a:t>ediSaarthi</a:t>
            </a:r>
            <a:endParaRPr sz="2000" b="1" i="0" u="none" dirty="0">
              <a:solidFill>
                <a:schemeClr val="tx2">
                  <a:lumMod val="50000"/>
                </a:schemeClr>
              </a:solidFill>
              <a:latin typeface="Times New Roman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7DD779A1-840A-1241-A2C8-A470D00E58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7500" y="44613"/>
            <a:ext cx="2249850" cy="1062337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6360BB19-9161-E7DB-69E2-FFCF275763CA}"/>
              </a:ext>
            </a:extLst>
          </p:cNvPr>
          <p:cNvSpPr/>
          <p:nvPr/>
        </p:nvSpPr>
        <p:spPr>
          <a:xfrm>
            <a:off x="247650" y="1283716"/>
            <a:ext cx="11458575" cy="45719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D8872A-3AF0-F854-ABF3-4C6D9F1E1CA7}"/>
              </a:ext>
            </a:extLst>
          </p:cNvPr>
          <p:cNvSpPr txBox="1"/>
          <p:nvPr/>
        </p:nvSpPr>
        <p:spPr>
          <a:xfrm>
            <a:off x="6951405" y="2480603"/>
            <a:ext cx="45421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/>
              <a:t>WHO Digital Health Guideline:</a:t>
            </a:r>
            <a:r>
              <a:rPr lang="en-IN" sz="1400" dirty="0"/>
              <a:t> WHO recommendations on digital interventions for health system strengthening.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0278916-B5A5-01CD-F698-D1E1C61E800D}"/>
              </a:ext>
            </a:extLst>
          </p:cNvPr>
          <p:cNvSpPr txBox="1"/>
          <p:nvPr/>
        </p:nvSpPr>
        <p:spPr>
          <a:xfrm>
            <a:off x="7254946" y="2904584"/>
            <a:ext cx="61500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hlinkClick r:id="rId10"/>
              </a:rPr>
              <a:t>https://www.who.int/health-topics/digital-health</a:t>
            </a:r>
            <a:endParaRPr lang="en-IN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01C3122-A732-5420-E9F7-37049F9C33E7}"/>
              </a:ext>
            </a:extLst>
          </p:cNvPr>
          <p:cNvSpPr txBox="1"/>
          <p:nvPr/>
        </p:nvSpPr>
        <p:spPr>
          <a:xfrm>
            <a:off x="6929437" y="3155853"/>
            <a:ext cx="67574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/>
              <a:t>WHO AI in Healthcare Guidance:</a:t>
            </a:r>
          </a:p>
        </p:txBody>
      </p:sp>
      <p:sp>
        <p:nvSpPr>
          <p:cNvPr id="60" name="TextBox 59">
            <a:hlinkClick r:id="rId11"/>
            <a:extLst>
              <a:ext uri="{FF2B5EF4-FFF2-40B4-BE49-F238E27FC236}">
                <a16:creationId xmlns:a16="http://schemas.microsoft.com/office/drawing/2014/main" id="{44B97814-2D6C-19E0-0F44-D73AE0800DC2}"/>
              </a:ext>
            </a:extLst>
          </p:cNvPr>
          <p:cNvSpPr txBox="1"/>
          <p:nvPr/>
        </p:nvSpPr>
        <p:spPr>
          <a:xfrm>
            <a:off x="7253613" y="3335585"/>
            <a:ext cx="68976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hlinkClick r:id="rId12"/>
              </a:rPr>
              <a:t>https://www.who.int/publications/i/item/9789240029200</a:t>
            </a:r>
            <a:endParaRPr lang="en-IN" sz="1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2F1E85A-8622-ED72-A334-F00E9DAB64E9}"/>
              </a:ext>
            </a:extLst>
          </p:cNvPr>
          <p:cNvSpPr txBox="1"/>
          <p:nvPr/>
        </p:nvSpPr>
        <p:spPr>
          <a:xfrm>
            <a:off x="6972335" y="3824191"/>
            <a:ext cx="4800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/>
              <a:t>ABDM &amp; FHIR Compliance:</a:t>
            </a:r>
            <a:r>
              <a:rPr lang="en-IN" sz="1400" dirty="0"/>
              <a:t> Ayushman Bharat Digital Mission (ABDM) official guidelines for interoperability.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811E2DA-8B4A-9B9A-C768-2AB9199EF810}"/>
              </a:ext>
            </a:extLst>
          </p:cNvPr>
          <p:cNvSpPr txBox="1"/>
          <p:nvPr/>
        </p:nvSpPr>
        <p:spPr>
          <a:xfrm>
            <a:off x="6951405" y="5096915"/>
            <a:ext cx="42980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/>
              <a:t>Multilingual Voice Intake (Bhashini):</a:t>
            </a:r>
            <a:r>
              <a:rPr lang="en-IN" sz="1400" dirty="0"/>
              <a:t> National Language Translation Mission APIs used for regional language voice-to-text.</a:t>
            </a:r>
          </a:p>
        </p:txBody>
      </p:sp>
      <p:sp>
        <p:nvSpPr>
          <p:cNvPr id="68" name="TextBox 67">
            <a:hlinkClick r:id="rId11"/>
            <a:extLst>
              <a:ext uri="{FF2B5EF4-FFF2-40B4-BE49-F238E27FC236}">
                <a16:creationId xmlns:a16="http://schemas.microsoft.com/office/drawing/2014/main" id="{91EB52C6-E699-73CE-837F-89C87EAF7E2B}"/>
              </a:ext>
            </a:extLst>
          </p:cNvPr>
          <p:cNvSpPr txBox="1"/>
          <p:nvPr/>
        </p:nvSpPr>
        <p:spPr>
          <a:xfrm>
            <a:off x="7254946" y="5724998"/>
            <a:ext cx="7248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hlinkClick r:id="rId13"/>
              </a:rPr>
              <a:t>https://bhashini.gov.in/?utm_source=chatgpt.com</a:t>
            </a:r>
            <a:endParaRPr lang="en-IN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5BAAEC-5FA2-3171-C29B-593685189739}"/>
              </a:ext>
            </a:extLst>
          </p:cNvPr>
          <p:cNvSpPr txBox="1"/>
          <p:nvPr/>
        </p:nvSpPr>
        <p:spPr>
          <a:xfrm>
            <a:off x="7254946" y="4347411"/>
            <a:ext cx="73053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dirty="0">
                <a:latin typeface="+mn-lt"/>
                <a:hlinkClick r:id="rId14"/>
              </a:rPr>
              <a:t>https://www.nrces.in/preview/ndhm/fhir/r4/index.html</a:t>
            </a:r>
            <a:endParaRPr lang="en-IN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1085</Words>
  <Application>Microsoft Office PowerPoint</Application>
  <PresentationFormat>Widescreen</PresentationFormat>
  <Paragraphs>134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20" baseType="lpstr">
      <vt:lpstr>Aptos</vt:lpstr>
      <vt:lpstr>Arial</vt:lpstr>
      <vt:lpstr>Calibri</vt:lpstr>
      <vt:lpstr>Inter</vt:lpstr>
      <vt:lpstr>Inter SemiBold</vt:lpstr>
      <vt:lpstr>Montserrat</vt:lpstr>
      <vt:lpstr>Open Sans</vt:lpstr>
      <vt:lpstr>Open Sans SemiBold</vt:lpstr>
      <vt:lpstr>Poppins</vt:lpstr>
      <vt:lpstr>Poppins SemiBold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Charan</cp:lastModifiedBy>
  <cp:revision>2</cp:revision>
  <dcterms:created xsi:type="dcterms:W3CDTF">2013-01-27T09:14:16Z</dcterms:created>
  <dcterms:modified xsi:type="dcterms:W3CDTF">2026-09-07T17:42:11Z</dcterms:modified>
  <cp:category/>
</cp:coreProperties>
</file>