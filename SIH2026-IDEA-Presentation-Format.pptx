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158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SAMANVAYA – COLLECT, CONNECT, CURE.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68414"/>
            <a:ext cx="6996188" cy="3737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aseline="-25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SIH26047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Patient Case Taking Software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Panchajanyam</a:t>
            </a:r>
            <a:endParaRPr lang="en-IN" sz="2800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8312" y="268070"/>
            <a:ext cx="16116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Team </a:t>
            </a:r>
            <a:br>
              <a:rPr lang="en-US" sz="1200" b="1" dirty="0"/>
            </a:br>
            <a:r>
              <a:rPr lang="en-US" sz="1200" b="1" dirty="0" err="1"/>
              <a:t>Panchajanyam</a:t>
            </a:r>
            <a:endParaRPr lang="en-IN" sz="12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7523</TotalTime>
  <Words>347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Sricharan Sairi</cp:lastModifiedBy>
  <cp:revision>149</cp:revision>
  <dcterms:created xsi:type="dcterms:W3CDTF">2013-12-12T18:46:50Z</dcterms:created>
  <dcterms:modified xsi:type="dcterms:W3CDTF">2026-09-08T04:34:10Z</dcterms:modified>
  <cp:category/>
</cp:coreProperties>
</file>